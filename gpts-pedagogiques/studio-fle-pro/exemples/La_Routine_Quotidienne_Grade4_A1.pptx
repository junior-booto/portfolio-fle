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7ecfbee55d4036" /><Relationship Type="http://schemas.openxmlformats.org/officeDocument/2006/relationships/extended-properties" Target="/docProps/app.xml" Id="R9096908c17ff4301" /><Relationship Type="http://schemas.openxmlformats.org/officeDocument/2006/relationships/officeDocument" Target="/ppt/presentation.xml" Id="R0861e242758f409e" /></Relationships>
</file>

<file path=ppt/presentation.xml><?xml version="1.0" encoding="utf-8"?>
<p:presentation xmlns:p="http://schemas.openxmlformats.org/presentationml/2006/main">
  <p:sldMasterIdLst>
    <p:sldMasterId xmlns:r="http://schemas.openxmlformats.org/officeDocument/2006/relationships" id="2147483648" r:id="R4ee712afebd24c3a"/>
  </p:sldMasterIdLst>
  <p:notesMasterIdLst>
    <p:notesMasterId xmlns:r="http://schemas.openxmlformats.org/officeDocument/2006/relationships" r:id="R88067d5839424a73"/>
  </p:notesMasterIdLst>
  <p:sldIdLst>
    <p:sldId xmlns:r="http://schemas.openxmlformats.org/officeDocument/2006/relationships" id="256" r:id="R1b7f2aa5942d4a38"/>
    <p:sldId xmlns:r="http://schemas.openxmlformats.org/officeDocument/2006/relationships" id="257" r:id="R34c3a2fabd184a22"/>
    <p:sldId xmlns:r="http://schemas.openxmlformats.org/officeDocument/2006/relationships" id="258" r:id="R9481a5ed19944752"/>
    <p:sldId xmlns:r="http://schemas.openxmlformats.org/officeDocument/2006/relationships" id="259" r:id="R61c345d68ad24b6f"/>
    <p:sldId xmlns:r="http://schemas.openxmlformats.org/officeDocument/2006/relationships" id="260" r:id="R31a4b42e62ed40cd"/>
    <p:sldId xmlns:r="http://schemas.openxmlformats.org/officeDocument/2006/relationships" id="261" r:id="R283834b822f342bb"/>
    <p:sldId xmlns:r="http://schemas.openxmlformats.org/officeDocument/2006/relationships" id="262" r:id="R4f8f1ee14d8c46b5"/>
    <p:sldId xmlns:r="http://schemas.openxmlformats.org/officeDocument/2006/relationships" id="263" r:id="Re06eafe1e53f468b"/>
    <p:sldId xmlns:r="http://schemas.openxmlformats.org/officeDocument/2006/relationships" id="264" r:id="R72ade44a9909462a"/>
    <p:sldId xmlns:r="http://schemas.openxmlformats.org/officeDocument/2006/relationships" id="265" r:id="Rfa3c594fb90947b2"/>
    <p:sldId xmlns:r="http://schemas.openxmlformats.org/officeDocument/2006/relationships" id="266" r:id="R7b3c4f381a9d42e6"/>
    <p:sldId xmlns:r="http://schemas.openxmlformats.org/officeDocument/2006/relationships" id="267" r:id="R5791b9fa7da546e8"/>
    <p:sldId xmlns:r="http://schemas.openxmlformats.org/officeDocument/2006/relationships" id="268" r:id="R4bc2caa2a34845aa"/>
    <p:sldId xmlns:r="http://schemas.openxmlformats.org/officeDocument/2006/relationships" id="269" r:id="Rfde740b906d84f2b"/>
    <p:sldId xmlns:r="http://schemas.openxmlformats.org/officeDocument/2006/relationships" id="270" r:id="R7a720aa221d549c7"/>
    <p:sldId xmlns:r="http://schemas.openxmlformats.org/officeDocument/2006/relationships" id="271" r:id="Ra9a0c795431c40eb"/>
    <p:sldId xmlns:r="http://schemas.openxmlformats.org/officeDocument/2006/relationships" id="272" r:id="R36bca355da684d1e"/>
    <p:sldId xmlns:r="http://schemas.openxmlformats.org/officeDocument/2006/relationships" id="273" r:id="Ra8ceabe898ea47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36929d826d4ce7" /><Relationship Type="http://schemas.openxmlformats.org/officeDocument/2006/relationships/slideMaster" Target="/ppt/slideMasters/slideMaster1.xml" Id="R4ee712afebd24c3a" /><Relationship Type="http://schemas.openxmlformats.org/officeDocument/2006/relationships/notesMaster" Target="/ppt/notesMasters/notesMaster1.xml" Id="R88067d5839424a73" /><Relationship Type="http://schemas.openxmlformats.org/officeDocument/2006/relationships/presProps" Target="/ppt/presProps.xml" Id="R3c327fdf0fe641f5" /><Relationship Type="http://schemas.openxmlformats.org/officeDocument/2006/relationships/tableStyles" Target="/ppt/tableStyles.xml" Id="R896383009a1240d3" /><Relationship Type="http://schemas.openxmlformats.org/officeDocument/2006/relationships/slide" Target="/ppt/slides/slide1.xml" Id="R1b7f2aa5942d4a38" /><Relationship Type="http://schemas.openxmlformats.org/officeDocument/2006/relationships/slide" Target="/ppt/slides/slide2.xml" Id="R34c3a2fabd184a22" /><Relationship Type="http://schemas.openxmlformats.org/officeDocument/2006/relationships/slide" Target="/ppt/slides/slide3.xml" Id="R9481a5ed19944752" /><Relationship Type="http://schemas.openxmlformats.org/officeDocument/2006/relationships/slide" Target="/ppt/slides/slide4.xml" Id="R61c345d68ad24b6f" /><Relationship Type="http://schemas.openxmlformats.org/officeDocument/2006/relationships/slide" Target="/ppt/slides/slide5.xml" Id="R31a4b42e62ed40cd" /><Relationship Type="http://schemas.openxmlformats.org/officeDocument/2006/relationships/slide" Target="/ppt/slides/slide6.xml" Id="R283834b822f342bb" /><Relationship Type="http://schemas.openxmlformats.org/officeDocument/2006/relationships/slide" Target="/ppt/slides/slide7.xml" Id="R4f8f1ee14d8c46b5" /><Relationship Type="http://schemas.openxmlformats.org/officeDocument/2006/relationships/slide" Target="/ppt/slides/slide8.xml" Id="Re06eafe1e53f468b" /><Relationship Type="http://schemas.openxmlformats.org/officeDocument/2006/relationships/slide" Target="/ppt/slides/slide9.xml" Id="R72ade44a9909462a" /><Relationship Type="http://schemas.openxmlformats.org/officeDocument/2006/relationships/slide" Target="/ppt/slides/slide10.xml" Id="Rfa3c594fb90947b2" /><Relationship Type="http://schemas.openxmlformats.org/officeDocument/2006/relationships/slide" Target="/ppt/slides/slide11.xml" Id="R7b3c4f381a9d42e6" /><Relationship Type="http://schemas.openxmlformats.org/officeDocument/2006/relationships/slide" Target="/ppt/slides/slide12.xml" Id="R5791b9fa7da546e8" /><Relationship Type="http://schemas.openxmlformats.org/officeDocument/2006/relationships/slide" Target="/ppt/slides/slide13.xml" Id="R4bc2caa2a34845aa" /><Relationship Type="http://schemas.openxmlformats.org/officeDocument/2006/relationships/slide" Target="/ppt/slides/slide14.xml" Id="Rfde740b906d84f2b" /><Relationship Type="http://schemas.openxmlformats.org/officeDocument/2006/relationships/slide" Target="/ppt/slides/slide15.xml" Id="R7a720aa221d549c7" /><Relationship Type="http://schemas.openxmlformats.org/officeDocument/2006/relationships/slide" Target="/ppt/slides/slide16.xml" Id="Ra9a0c795431c40eb" /><Relationship Type="http://schemas.openxmlformats.org/officeDocument/2006/relationships/slide" Target="/ppt/slides/slide17.xml" Id="R36bca355da684d1e" /><Relationship Type="http://schemas.openxmlformats.org/officeDocument/2006/relationships/slide" Target="/ppt/slides/slide18.xml" Id="Ra8ceabe898ea47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d19ae3c2964e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2dc84bbd9445c6" /><Relationship Type="http://schemas.openxmlformats.org/officeDocument/2006/relationships/notesMaster" Target="/ppt/notesMasters/notesMaster1.xml" Id="Rbf79dc5a984842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4fda0684b944fe" /><Relationship Type="http://schemas.openxmlformats.org/officeDocument/2006/relationships/notesMaster" Target="/ppt/notesMasters/notesMaster1.xml" Id="Rf0a2638be3784d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a8d8716fb946ae" /><Relationship Type="http://schemas.openxmlformats.org/officeDocument/2006/relationships/notesMaster" Target="/ppt/notesMasters/notesMaster1.xml" Id="Rc41ffb6f230848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9e28ce052e4f2b" /><Relationship Type="http://schemas.openxmlformats.org/officeDocument/2006/relationships/notesMaster" Target="/ppt/notesMasters/notesMaster1.xml" Id="R72be879032e742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7f6c752bed4745" /><Relationship Type="http://schemas.openxmlformats.org/officeDocument/2006/relationships/notesMaster" Target="/ppt/notesMasters/notesMaster1.xml" Id="R10ee044c0e4f4d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c02917476249c7" /><Relationship Type="http://schemas.openxmlformats.org/officeDocument/2006/relationships/notesMaster" Target="/ppt/notesMasters/notesMaster1.xml" Id="R7a7be2ed855041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55443914644502" /><Relationship Type="http://schemas.openxmlformats.org/officeDocument/2006/relationships/notesMaster" Target="/ppt/notesMasters/notesMaster1.xml" Id="R4ad24cab914146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f88efe1de0478d" /><Relationship Type="http://schemas.openxmlformats.org/officeDocument/2006/relationships/notesMaster" Target="/ppt/notesMasters/notesMaster1.xml" Id="R904b52ce61e346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3bf88ee73a4e2f" /><Relationship Type="http://schemas.openxmlformats.org/officeDocument/2006/relationships/notesMaster" Target="/ppt/notesMasters/notesMaster1.xml" Id="R6e995ad9fa0d42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1c562a072440d4" /><Relationship Type="http://schemas.openxmlformats.org/officeDocument/2006/relationships/notesMaster" Target="/ppt/notesMasters/notesMaster1.xml" Id="Rc2fe8c3842084c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3e0176e01c44a6" /><Relationship Type="http://schemas.openxmlformats.org/officeDocument/2006/relationships/notesMaster" Target="/ppt/notesMasters/notesMaster1.xml" Id="R897c073578774b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c6bf7f03354cfd" /><Relationship Type="http://schemas.openxmlformats.org/officeDocument/2006/relationships/notesMaster" Target="/ppt/notesMasters/notesMaster1.xml" Id="R18b298e4c73141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701ac75eac427f" /><Relationship Type="http://schemas.openxmlformats.org/officeDocument/2006/relationships/notesMaster" Target="/ppt/notesMasters/notesMaster1.xml" Id="R8dc491224acb40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3998b8ea804120" /><Relationship Type="http://schemas.openxmlformats.org/officeDocument/2006/relationships/notesMaster" Target="/ppt/notesMasters/notesMaster1.xml" Id="R684f9d7ca54d48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f39054079e4314" /><Relationship Type="http://schemas.openxmlformats.org/officeDocument/2006/relationships/notesMaster" Target="/ppt/notesMasters/notesMaster1.xml" Id="R43074c70b8d5482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e08feb960f485c" /><Relationship Type="http://schemas.openxmlformats.org/officeDocument/2006/relationships/notesMaster" Target="/ppt/notesMasters/notesMaster1.xml" Id="R734e1a050d6e41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a186a164f54753" /><Relationship Type="http://schemas.openxmlformats.org/officeDocument/2006/relationships/notesMaster" Target="/ppt/notesMasters/notesMaster1.xml" Id="Rc2356fbefbe24d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7b0ce2ff414adc" /><Relationship Type="http://schemas.openxmlformats.org/officeDocument/2006/relationships/notesMaster" Target="/ppt/notesMasters/notesMaster1.xml" Id="Rc6577739e3fb4c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Séance suggérée : 45 minutes. Ouverture 5 min, découverte 10 min, entraînement 18 min, évaluation et bilan 12 min. Matériel : tableau, cahier ou portfolio, dictionnaires illustrés. Pas de manuel requis. Les notes contiennent les corrigés et les scripts à lire.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Ouverture 3 min. Les élèves vont observer puis mimer ce qu’ils font avant l’école. Accepter une réponse en espagnol, reformuler en français. Lien explicite : ces actions reviennent chaque jour, elles forment notre routine quotidienne.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Lire et faire reformuler les critères. Les élèves vont préparer quatre phrases ordonnées sur leur routine. Même objectif pour tous, soutien variable. Les indicateurs finaux correspondent aux tâches CO, CE, PO et PE.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Découverte 3 min par diapositive. Les élèves vont associer les quatre images aux phrases puis répéter avec un geste. Lire lentement, puis varier l’ordre. Faire produire les blocs « Je… » sans cours de conjugaison.</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Découverte 3 min par diapositive. Les élèves vont associer les quatre images aux phrases puis répéter avec un geste. Lire lentement, puis varier l’ordre. Faire produire les blocs « Je… » sans cours de conjugaison.</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Découverte 3 min par diapositive. Les élèves vont associer les quatre images aux phrases puis répéter avec un geste. Lire lentement, puis varier l’ordre. Faire produire les blocs « Je… » sans cours de conjugaison.</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Les élèves vont compléter quatre phrases. Corrigé : réveille, brosse, vais, fais. Montrer au besoin les diapositives 4 à 6. Les verbes sont appris comme expressions.</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 Les élèves vont choisir une action, la mimer sans parler et la nommer en français. Changer de rôle après chaque action. Soutien : images et phrases affichées. Avancé : ajouter le moment de la journée. Observer sans donner une note.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 Les élèves vont écouter un texte lu deux fois avec une pause, puis écrire la suite des lettres. Script : « Le matin, je me réveille. Ensuite, je prends mon petit-déjeuner. Puis, je vais à l’école. Le soir, je me couche. » Corrigé : C, A, D, B. Ne pas afficher le script. Aide : répéter un segment après la deuxième lecture.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 Les élèves vont lire, souligner les actions et répondre en binômes. Corrigé : il joue après l’école, il lit le soir, il dîne avant de lire. Pour A1, réponses courtes acceptées. Un lecteur autonome accompagne un lecteur débutant.</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Les élèves vont ordonner la routine fictive représentée, puis la dire avec les connecteurs. Corrigé : D, B, A, C. Souligner que les routines personnelles peuvent varier.</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 Les élèves vont échanger sur le matin, après l’école et le soir. Modéliser une fois, puis laisser parler. L’élève qui écoute peut montrer l’image correspondante. Soutien : phrases affichées. Défi : poser une autre question spontanée.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 Les élèves vont choisir un soutien puis préparer le même récit de quatre actions. Appui : pointer les images et compléter des blocs. Modèle : utiliser les connecteurs et le lexique. Autonomie : produire seul puis ajouter un moment ou une heure connue. Dictionnaire illustré : vérifier un mot, sans traduire un paragraphe. Portfolio : garder le brouillon et la version finale.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 Les élèves vont raconter quatre actions ordonnées. Le partenaire coche quatre actions comprises. L’enseignant recueille une première preuve orale avec une grille : quatre actions distinctes intelligibles, 1 point chacune, ordre cohérent avec au moins deux connecteurs, 1 point. Total PO /5. Dictionnaire et brouillon fermés pour les autonomes. En grand effectif, répartir la vérification orale sur la pratique et la clôture.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Évaluation CO 2 min. Sans correction collective avant collecte. Les élèves vont identifier trois actions lues deux fois. Script 1 : « Je me brosse les dents. » Script 2 : « Je fais mes devoirs. » Script 3 : « Je me couche. » Réponses C, A, B. 1 point par réponse, CO /3. Ne pas nommer les actions affichées avant la lecture.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Évaluation CE 2 min. Les élèves vont lire et juger trois affirmations. Corrigé : Faux, Vrai, Faux. 1 point par réponse, CE /3. Le professeur lit seulement la consigne. Le texte reste disponible.</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Évaluation PE 3 min et PO en binômes 2 min. Les élèves vont écrire trois phrases sur leur routine avec au moins deux actions différentes. PE /4 : un point par phrase compréhensible avec sujet et verbe adaptés (3 points), un point si au moins deux actions différentes. Orthographe mineure tolérée si le sens reste clair. PO /5 : grille slide 14. Note le soutien utilisé, ne pas réduire automatiquement la note. Total CO3 + CE3 + PE4 + PO5 =15. Seuil pédagogique proposé : 10/15, avec au moins 2/3 en CO et CE, 3/4 en PE et 3/5 en PO. Ce seuil n’est pas une norme CECRL.</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Clôture 1 min. Les élèves vont cocher les critères d’après les preuves de leur évaluation, puis déposer leurs réponses dans le portfolio. Corriger après collecte. Critères observables : CO au moins 2/3, CE au moins 2/3, PE trois phrases compréhensibles, PO au moins trois actions intelligibles et un ordre cohérent. Prévoir reprise ciblée du critère non atteint. Référence pédagogique : Conseil de l’Europe, CECRL, 2001, niveau A1 (production et interaction simples sur des sujets familiers). Référence complémentaire : CECRL Volume complémentaire, 2020. Aucun audio enregistré ni vidéo intégré : l’enseignant lit les scripts fournis.</a:t>
            </a:r>
          </a:p>
          <a:p xmlns:a="http://schemas.openxmlformats.org/drawingml/2006/main">
            <a:r>
              <a:t>Visuels : images réalistes générées par IA avec OpenAI, 8 octobre 2026. Personnages fictifs. Référence de conception : approche actionnelle et descripteurs A1 du CECRL. Activités originales : Junior BOOTO Waba.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b37b99269941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b7b92ea36b46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91b5aad8cb46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376c4805b44d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a4e4d3397849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a475f4093b46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23A452-52B5-465B-B439-1B9AEB0B4F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D38D51-B06B-4D65-A218-F9EEDB0553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528C44-7602-446E-A6BF-8C8AC24E3B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9908C5-5CB4-4565-8173-1C0B2DA7CD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BBD4F0B-712C-4419-8DFD-8FAFB32E50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1F7273-E264-4191-90C9-8A50DA1921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F4D708-6783-4DED-973E-1251C0FF7E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1797B3-F419-4BBD-8EE4-65D24D1ECF6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455F42-2AF9-43C3-B612-4285E3ADB1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7B8E64-C35D-4BA0-98C6-A97A3AB649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8935eb8dd949ae" /><Relationship Type="http://schemas.openxmlformats.org/officeDocument/2006/relationships/slideLayout" Target="/ppt/slideLayouts/slideLayout1.xml" Id="Rdb381fa49efa467a" /><Relationship Type="http://schemas.openxmlformats.org/officeDocument/2006/relationships/slideLayout" Target="/ppt/slideLayouts/slideLayout2.xml" Id="Rb18a4062b6ff4e7f" /><Relationship Type="http://schemas.openxmlformats.org/officeDocument/2006/relationships/slideLayout" Target="/ppt/slideLayouts/slideLayout3.xml" Id="Rcf7b5b0ac2ae4f6d" /><Relationship Type="http://schemas.openxmlformats.org/officeDocument/2006/relationships/slideLayout" Target="/ppt/slideLayouts/slideLayout4.xml" Id="Rd827119c45524d99" /><Relationship Type="http://schemas.openxmlformats.org/officeDocument/2006/relationships/slideLayout" Target="/ppt/slideLayouts/slideLayout5.xml" Id="R9f074a14907541fe" /><Relationship Type="http://schemas.openxmlformats.org/officeDocument/2006/relationships/slideLayout" Target="/ppt/slideLayouts/slideLayout6.xml" Id="R5451406201c044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381fa49efa467a"/>
    <p:sldLayoutId xmlns:r="http://schemas.openxmlformats.org/officeDocument/2006/relationships" id="2147483650" r:id="Rb18a4062b6ff4e7f"/>
    <p:sldLayoutId xmlns:r="http://schemas.openxmlformats.org/officeDocument/2006/relationships" id="2147483651" r:id="Rcf7b5b0ac2ae4f6d"/>
    <p:sldLayoutId xmlns:r="http://schemas.openxmlformats.org/officeDocument/2006/relationships" id="2147483652" r:id="Rd827119c45524d99"/>
    <p:sldLayoutId xmlns:r="http://schemas.openxmlformats.org/officeDocument/2006/relationships" id="2147483653" r:id="R9f074a14907541fe"/>
    <p:sldLayoutId xmlns:r="http://schemas.openxmlformats.org/officeDocument/2006/relationships" id="2147483654" r:id="R5451406201c044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7e9bb68e624b24" /><Relationship Type="http://schemas.openxmlformats.org/officeDocument/2006/relationships/image" Target="/ppt/media/image.jpeg" Id="Rf50ba9ddafb94bdc" /><Relationship Type="http://schemas.openxmlformats.org/officeDocument/2006/relationships/notesSlide" Target="/ppt/notesSlides/notesSlide1.xml" Id="Re7fd4fdcc1c540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f7aa180a3b422e" /><Relationship Type="http://schemas.openxmlformats.org/officeDocument/2006/relationships/image" Target="/ppt/media/image2.jpeg" Id="Rf5a261445e7e458c" /><Relationship Type="http://schemas.openxmlformats.org/officeDocument/2006/relationships/image" Target="/ppt/media/image3.jpeg" Id="Rf24a9fd301c743a3" /><Relationship Type="http://schemas.openxmlformats.org/officeDocument/2006/relationships/image" Target="/ppt/media/image4.jpeg" Id="R36b520a26680489c" /><Relationship Type="http://schemas.openxmlformats.org/officeDocument/2006/relationships/notesSlide" Target="/ppt/notesSlides/notesSlide2.xml" Id="Rb484e14fbb6044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01b6412b0549e3" /><Relationship Type="http://schemas.openxmlformats.org/officeDocument/2006/relationships/notesSlide" Target="/ppt/notesSlides/notesSlide3.xml" Id="Rdd17c953497e42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5d3bcd822b41c1" /><Relationship Type="http://schemas.openxmlformats.org/officeDocument/2006/relationships/image" Target="/ppt/media/image5.jpeg" Id="Rc4ca79c6c98d47bf" /><Relationship Type="http://schemas.openxmlformats.org/officeDocument/2006/relationships/image" Target="/ppt/media/image6.jpeg" Id="Rcc25bf87c2d44e80" /><Relationship Type="http://schemas.openxmlformats.org/officeDocument/2006/relationships/image" Target="/ppt/media/image7.jpeg" Id="Rc5afa0d984334d2d" /><Relationship Type="http://schemas.openxmlformats.org/officeDocument/2006/relationships/image" Target="/ppt/media/image8.jpeg" Id="R7d2cca943bac4580" /><Relationship Type="http://schemas.openxmlformats.org/officeDocument/2006/relationships/notesSlide" Target="/ppt/notesSlides/notesSlide4.xml" Id="R37894f631df24c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e55f84b2cd4656" /><Relationship Type="http://schemas.openxmlformats.org/officeDocument/2006/relationships/image" Target="/ppt/media/image9.jpeg" Id="Rfdfa2ebe21a548d8" /><Relationship Type="http://schemas.openxmlformats.org/officeDocument/2006/relationships/image" Target="/ppt/media/image10.jpeg" Id="Rdc5cfd9d588040e5" /><Relationship Type="http://schemas.openxmlformats.org/officeDocument/2006/relationships/image" Target="/ppt/media/image11.jpeg" Id="R383111877e314c84" /><Relationship Type="http://schemas.openxmlformats.org/officeDocument/2006/relationships/image" Target="/ppt/media/image12.jpeg" Id="R74922c0fc59d45ff" /><Relationship Type="http://schemas.openxmlformats.org/officeDocument/2006/relationships/notesSlide" Target="/ppt/notesSlides/notesSlide5.xml" Id="R62057cd2de254e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3d2d360f030425f" /><Relationship Type="http://schemas.openxmlformats.org/officeDocument/2006/relationships/image" Target="/ppt/media/image13.jpeg" Id="R8ab6306315fa4b7f" /><Relationship Type="http://schemas.openxmlformats.org/officeDocument/2006/relationships/image" Target="/ppt/media/image14.jpeg" Id="Rf95df1c5d43a4eec" /><Relationship Type="http://schemas.openxmlformats.org/officeDocument/2006/relationships/image" Target="/ppt/media/image15.jpeg" Id="R9993599ba7b54fe5" /><Relationship Type="http://schemas.openxmlformats.org/officeDocument/2006/relationships/image" Target="/ppt/media/image16.jpeg" Id="R7abaabc5044541c5" /><Relationship Type="http://schemas.openxmlformats.org/officeDocument/2006/relationships/notesSlide" Target="/ppt/notesSlides/notesSlide6.xml" Id="Rc44e4e52682448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addadeed47447e" /><Relationship Type="http://schemas.openxmlformats.org/officeDocument/2006/relationships/notesSlide" Target="/ppt/notesSlides/notesSlide7.xml" Id="R32cc5ed9518c4b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b614c5a5e4748db" /><Relationship Type="http://schemas.openxmlformats.org/officeDocument/2006/relationships/image" Target="/ppt/media/image17.jpeg" Id="Rda83c13716bb48b5" /><Relationship Type="http://schemas.openxmlformats.org/officeDocument/2006/relationships/notesSlide" Target="/ppt/notesSlides/notesSlide8.xml" Id="Ra637eaecaee847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145ed42b1445f6" /><Relationship Type="http://schemas.openxmlformats.org/officeDocument/2006/relationships/image" Target="/ppt/media/image18.jpeg" Id="R3bddf980f6864973" /><Relationship Type="http://schemas.openxmlformats.org/officeDocument/2006/relationships/image" Target="/ppt/media/image19.jpeg" Id="R65a1e94d14764fba" /><Relationship Type="http://schemas.openxmlformats.org/officeDocument/2006/relationships/image" Target="/ppt/media/image20.jpeg" Id="R56fc7941888746f7" /><Relationship Type="http://schemas.openxmlformats.org/officeDocument/2006/relationships/image" Target="/ppt/media/image21.jpeg" Id="Rdfea465460d24a6d" /><Relationship Type="http://schemas.openxmlformats.org/officeDocument/2006/relationships/notesSlide" Target="/ppt/notesSlides/notesSlide9.xml" Id="Raf8b96cc0dfa49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c236b307fb4093" /><Relationship Type="http://schemas.openxmlformats.org/officeDocument/2006/relationships/notesSlide" Target="/ppt/notesSlides/notesSlide10.xml" Id="R0321efdae00e4a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7457f5cd51a48b6" /><Relationship Type="http://schemas.openxmlformats.org/officeDocument/2006/relationships/image" Target="/ppt/media/image22.jpeg" Id="R47f071fdf4874337" /><Relationship Type="http://schemas.openxmlformats.org/officeDocument/2006/relationships/image" Target="/ppt/media/image23.jpeg" Id="Rd6fef3d312e849b9" /><Relationship Type="http://schemas.openxmlformats.org/officeDocument/2006/relationships/image" Target="/ppt/media/image24.jpeg" Id="R3e6e6779848443af" /><Relationship Type="http://schemas.openxmlformats.org/officeDocument/2006/relationships/image" Target="/ppt/media/image25.jpeg" Id="R3f81133e76b1495d" /><Relationship Type="http://schemas.openxmlformats.org/officeDocument/2006/relationships/notesSlide" Target="/ppt/notesSlides/notesSlide11.xml" Id="R772bc2c2f9494c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0da59af49e04796" /><Relationship Type="http://schemas.openxmlformats.org/officeDocument/2006/relationships/image" Target="/ppt/media/image26.jpeg" Id="Rf9eba15b41954412" /><Relationship Type="http://schemas.openxmlformats.org/officeDocument/2006/relationships/notesSlide" Target="/ppt/notesSlides/notesSlide12.xml" Id="R02163a7ddafc47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7c6ef92d3004838" /><Relationship Type="http://schemas.openxmlformats.org/officeDocument/2006/relationships/notesSlide" Target="/ppt/notesSlides/notesSlide13.xml" Id="R090db97362d242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05594c512346a7" /><Relationship Type="http://schemas.openxmlformats.org/officeDocument/2006/relationships/notesSlide" Target="/ppt/notesSlides/notesSlide14.xml" Id="R5b661406d3ff4b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2e5430f5eb04569" /><Relationship Type="http://schemas.openxmlformats.org/officeDocument/2006/relationships/image" Target="/ppt/media/image27.jpeg" Id="Rcc36a7b135694f38" /><Relationship Type="http://schemas.openxmlformats.org/officeDocument/2006/relationships/image" Target="/ppt/media/image28.jpeg" Id="R5bd4c8361c764446" /><Relationship Type="http://schemas.openxmlformats.org/officeDocument/2006/relationships/image" Target="/ppt/media/image29.jpeg" Id="R258e135fda9648c6" /><Relationship Type="http://schemas.openxmlformats.org/officeDocument/2006/relationships/notesSlide" Target="/ppt/notesSlides/notesSlide15.xml" Id="Rcdab5fd1d4364a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f272cfa47cc4d7b" /><Relationship Type="http://schemas.openxmlformats.org/officeDocument/2006/relationships/notesSlide" Target="/ppt/notesSlides/notesSlide16.xml" Id="Rf19a84c0217e4a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73552e40c6c4d5c" /><Relationship Type="http://schemas.openxmlformats.org/officeDocument/2006/relationships/notesSlide" Target="/ppt/notesSlides/notesSlide17.xml" Id="R48ce5e3692f64f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b6503cca1d649ad" /><Relationship Type="http://schemas.openxmlformats.org/officeDocument/2006/relationships/notesSlide" Target="/ppt/notesSlides/notesSlide18.xml" Id="R72f00f654b2b4f18" /></Relationships>
</file>

<file path=ppt/slides/slide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ABE3CD-98E7-424D-84A7-728A7F49FB7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E3D9C0-E450-4E2B-960D-3502B0E6F68C}"/>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La routine quotidienne</a:t>
            </a:r>
          </a:p>
        </p:txBody>
      </p:sp>
      <p:sp>
        <p:nvSpPr>
          <p:cNvPr id="3" name="">
            <a:extLst xmlns:a="http://schemas.openxmlformats.org/drawingml/2006/main">
              <a:ext uri="{FF2B5EF4-FFF2-40B4-BE49-F238E27FC236}">
                <a16:creationId xmlns:a16="http://schemas.microsoft.com/office/drawing/2014/main" id="{DE12DE40-4313-49BE-9AE2-FA5AB7073B0A}"/>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Une journée en français</a:t>
            </a:r>
          </a:p>
        </p:txBody>
      </p:sp>
      <p:sp>
        <p:nvSpPr>
          <p:cNvPr id="4" name="">
            <a:extLst xmlns:a="http://schemas.openxmlformats.org/drawingml/2006/main">
              <a:ext uri="{FF2B5EF4-FFF2-40B4-BE49-F238E27FC236}">
                <a16:creationId xmlns:a16="http://schemas.microsoft.com/office/drawing/2014/main" id="{3F2C585B-9F4A-4DCC-ADB7-6B1A45CE2508}"/>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CFB985-EDCC-436C-B082-150DD0F9C0B3}"/>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6E9A6125-DAC6-4108-BD96-3878F21F819D}"/>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01 / 18</a:t>
            </a:r>
          </a:p>
        </p:txBody>
      </p:sp>
      <p:sp>
        <p:nvSpPr>
          <p:cNvPr id="7" name="">
            <a:extLst xmlns:a="http://schemas.openxmlformats.org/drawingml/2006/main">
              <a:ext uri="{FF2B5EF4-FFF2-40B4-BE49-F238E27FC236}">
                <a16:creationId xmlns:a16="http://schemas.microsoft.com/office/drawing/2014/main" id="{321B2A9A-386E-4FB7-9ED6-A83C9D9F2674}"/>
              </a:ext>
            </a:extLst>
          </p:cNvPr>
          <p:cNvSpPr>
            <a:spLocks xmlns:a="http://schemas.openxmlformats.org/drawingml/2006/main" noGrp="1"/>
          </p:cNvSpPr>
          <p:nvPr/>
        </p:nvSpPr>
        <p:spPr>
          <a:xfrm xmlns:a="http://schemas.openxmlformats.org/drawingml/2006/main">
            <a:off x="571500" y="2171700"/>
            <a:ext cx="5238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344B"/>
                </a:solidFill>
                <a:latin typeface="DejaVu Sans"/>
                <a:ea typeface="DejaVu Sans"/>
                <a:cs typeface="DejaVu Sans"/>
              </a:defRPr>
            </a:defPPr>
          </a:lstStyle>
          <a:p xmlns:a="http://schemas.openxmlformats.org/drawingml/2006/main">
            <a:pPr>
              <a:defRPr sz="3600" b="1">
                <a:solidFill>
                  <a:srgbClr val="14344B"/>
                </a:solidFill>
                <a:latin typeface="DejaVu Sans"/>
                <a:ea typeface="DejaVu Sans"/>
                <a:cs typeface="DejaVu Sans"/>
              </a:defRPr>
            </a:pPr>
            <a:r>
              <a:rPr sz="3600" b="1">
                <a:solidFill>
                  <a:srgbClr val="14344B"/>
                </a:solidFill>
                <a:latin typeface="DejaVu Sans"/>
                <a:ea typeface="DejaVu Sans"/>
                <a:cs typeface="DejaVu Sans"/>
              </a:rPr>
              <a:t>Ma journée,</a:t>
            </a:r>
          </a:p>
          <a:p xmlns:a="http://schemas.openxmlformats.org/drawingml/2006/main">
            <a:pPr>
              <a:defRPr sz="3600" b="1">
                <a:solidFill>
                  <a:srgbClr val="14344B"/>
                </a:solidFill>
                <a:latin typeface="DejaVu Sans"/>
                <a:ea typeface="DejaVu Sans"/>
                <a:cs typeface="DejaVu Sans"/>
              </a:defRPr>
            </a:pPr>
            <a:r>
              <a:rPr sz="3600" b="1">
                <a:solidFill>
                  <a:srgbClr val="14344B"/>
                </a:solidFill>
                <a:latin typeface="DejaVu Sans"/>
                <a:ea typeface="DejaVu Sans"/>
                <a:cs typeface="DejaVu Sans"/>
              </a:rPr>
              <a:t>du matin au soir</a:t>
            </a:r>
          </a:p>
        </p:txBody>
      </p:sp>
      <p:sp>
        <p:nvSpPr>
          <p:cNvPr id="8" name="">
            <a:extLst xmlns:a="http://schemas.openxmlformats.org/drawingml/2006/main">
              <a:ext uri="{FF2B5EF4-FFF2-40B4-BE49-F238E27FC236}">
                <a16:creationId xmlns:a16="http://schemas.microsoft.com/office/drawing/2014/main" id="{44D60E94-BBDD-44B2-9D3C-1FF78FFDA4A0}"/>
              </a:ext>
            </a:extLst>
          </p:cNvPr>
          <p:cNvSpPr>
            <a:spLocks xmlns:a="http://schemas.openxmlformats.org/drawingml/2006/main" noGrp="1"/>
          </p:cNvSpPr>
          <p:nvPr/>
        </p:nvSpPr>
        <p:spPr>
          <a:xfrm xmlns:a="http://schemas.openxmlformats.org/drawingml/2006/main">
            <a:off x="571500" y="43053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87E83"/>
                </a:solidFill>
                <a:latin typeface="DejaVu Sans"/>
                <a:ea typeface="DejaVu Sans"/>
                <a:cs typeface="DejaVu Sans"/>
              </a:defRPr>
            </a:defPPr>
          </a:lstStyle>
          <a:p xmlns:a="http://schemas.openxmlformats.org/drawingml/2006/main">
            <a:pPr>
              <a:defRPr sz="2175" b="0">
                <a:solidFill>
                  <a:srgbClr val="087E83"/>
                </a:solidFill>
                <a:latin typeface="DejaVu Sans"/>
                <a:ea typeface="DejaVu Sans"/>
                <a:cs typeface="DejaVu Sans"/>
              </a:defRPr>
            </a:pPr>
            <a:r>
              <a:rPr sz="2175" b="0">
                <a:solidFill>
                  <a:srgbClr val="087E83"/>
                </a:solidFill>
                <a:latin typeface="DejaVu Sans"/>
                <a:ea typeface="DejaVu Sans"/>
                <a:cs typeface="DejaVu Sans"/>
              </a:rPr>
              <a:t>J’observe. Je joue. Je raconte.</a:t>
            </a:r>
          </a:p>
        </p:txBody>
      </p:sp>
      <p:pic>
        <p:nvPicPr>
          <p:cNvPr id="9" name="">
            <a:extLst xmlns:a="http://schemas.openxmlformats.org/drawingml/2006/main">
              <a:ext uri="{FF2B5EF4-FFF2-40B4-BE49-F238E27FC236}">
                <a16:creationId xmlns:a16="http://schemas.microsoft.com/office/drawing/2014/main" id="{4C803B32-A3AE-47B1-BB5B-437085B3CB09}"/>
              </a:ext>
            </a:extLst>
          </p:cNvPr>
          <p:cNvPicPr>
            <a:picLocks xmlns:a="http://schemas.openxmlformats.org/drawingml/2006/main" noChangeAspect="1"/>
          </p:cNvPicPr>
          <p:nvPr/>
        </p:nvPicPr>
        <p:blipFill>
          <a:blip xmlns:r="http://schemas.openxmlformats.org/officeDocument/2006/relationships" xmlns:a="http://schemas.openxmlformats.org/drawingml/2006/main" r:embed="Rf50ba9ddafb94bdc"/>
          <a:srcRect xmlns:a="http://schemas.openxmlformats.org/drawingml/2006/main" l="19048" t="0" r="19048" b="0"/>
          <a:stretch xmlns:a="http://schemas.openxmlformats.org/drawingml/2006/main">
            <a:fillRect l="0" t="0" r="0" b="0"/>
          </a:stretch>
        </p:blipFill>
        <p:spPr>
          <a:xfrm xmlns:a="http://schemas.openxmlformats.org/drawingml/2006/main">
            <a:off x="6667500" y="1857375"/>
            <a:ext cx="4953000" cy="4000500"/>
          </a:xfrm>
          <a:prstGeom xmlns:a="http://schemas.openxmlformats.org/drawingml/2006/main" prst="rect">
            <a:avLst/>
          </a:prstGeom>
        </p:spPr>
      </p:pic>
    </p:spTree>
    <p:extLst>
      <p:ext uri="{BB962C8B-B14F-4D97-AF65-F5344CB8AC3E}">
        <p14:creationId xmlns:p14="http://schemas.microsoft.com/office/powerpoint/2010/main" val="1117128652"/>
      </p:ext>
    </p:extLst>
  </p:cSld>
</p:sld>
</file>

<file path=ppt/slides/slide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B9696E-74E6-401E-A9AD-7D19F39702B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409A62-A583-4D9B-AF38-BA4B7E442B97}"/>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Avant l’école</a:t>
            </a:r>
          </a:p>
        </p:txBody>
      </p:sp>
      <p:sp>
        <p:nvSpPr>
          <p:cNvPr id="3" name="">
            <a:extLst xmlns:a="http://schemas.openxmlformats.org/drawingml/2006/main">
              <a:ext uri="{FF2B5EF4-FFF2-40B4-BE49-F238E27FC236}">
                <a16:creationId xmlns:a16="http://schemas.microsoft.com/office/drawing/2014/main" id="{F137E463-25BC-4D7E-B185-389CE632F1EA}"/>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Classe entière : regarde les images et mime une action.</a:t>
            </a:r>
          </a:p>
        </p:txBody>
      </p:sp>
      <p:sp>
        <p:nvSpPr>
          <p:cNvPr id="4" name="">
            <a:extLst xmlns:a="http://schemas.openxmlformats.org/drawingml/2006/main">
              <a:ext uri="{FF2B5EF4-FFF2-40B4-BE49-F238E27FC236}">
                <a16:creationId xmlns:a16="http://schemas.microsoft.com/office/drawing/2014/main" id="{CC0E75C5-14B8-4786-A74F-4732DF29588D}"/>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78C62F-DC41-4663-AF40-FB567989060E}"/>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4693E1A9-F7AC-49A1-8782-ECEE23B0AD49}"/>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02 / 18</a:t>
            </a:r>
          </a:p>
        </p:txBody>
      </p:sp>
      <p:pic>
        <p:nvPicPr>
          <p:cNvPr id="7" name="">
            <a:extLst xmlns:a="http://schemas.openxmlformats.org/drawingml/2006/main">
              <a:ext uri="{FF2B5EF4-FFF2-40B4-BE49-F238E27FC236}">
                <a16:creationId xmlns:a16="http://schemas.microsoft.com/office/drawing/2014/main" id="{640D0112-6F1A-48BA-8C9A-F10FD260819A}"/>
              </a:ext>
            </a:extLst>
          </p:cNvPr>
          <p:cNvPicPr>
            <a:picLocks xmlns:a="http://schemas.openxmlformats.org/drawingml/2006/main" noChangeAspect="1"/>
          </p:cNvPicPr>
          <p:nvPr/>
        </p:nvPicPr>
        <p:blipFill>
          <a:blip xmlns:r="http://schemas.openxmlformats.org/officeDocument/2006/relationships" xmlns:a="http://schemas.openxmlformats.org/drawingml/2006/main" r:embed="Rf5a261445e7e458c"/>
          <a:srcRect xmlns:a="http://schemas.openxmlformats.org/drawingml/2006/main" l="20161" t="0" r="20161" b="0"/>
          <a:stretch xmlns:a="http://schemas.openxmlformats.org/drawingml/2006/main">
            <a:fillRect l="0" t="0" r="0" b="0"/>
          </a:stretch>
        </p:blipFill>
        <p:spPr>
          <a:xfrm xmlns:a="http://schemas.openxmlformats.org/drawingml/2006/main">
            <a:off x="571500" y="2000250"/>
            <a:ext cx="3524250" cy="2952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EAE113D-3384-4AA9-AB50-21BFA8DEA50B}"/>
              </a:ext>
            </a:extLst>
          </p:cNvPr>
          <p:cNvSpPr>
            <a:spLocks xmlns:a="http://schemas.openxmlformats.org/drawingml/2006/main" noGrp="1"/>
          </p:cNvSpPr>
          <p:nvPr/>
        </p:nvSpPr>
        <p:spPr>
          <a:xfrm xmlns:a="http://schemas.openxmlformats.org/drawingml/2006/main">
            <a:off x="571500" y="521017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84D"/>
                </a:solidFill>
                <a:latin typeface="DejaVu Sans"/>
                <a:ea typeface="DejaVu Sans"/>
                <a:cs typeface="DejaVu Sans"/>
              </a:defRPr>
            </a:defPPr>
          </a:lstStyle>
          <a:p xmlns:a="http://schemas.openxmlformats.org/drawingml/2006/main">
            <a:pPr>
              <a:defRPr sz="1875" b="0">
                <a:solidFill>
                  <a:srgbClr val="19384D"/>
                </a:solidFill>
                <a:latin typeface="DejaVu Sans"/>
                <a:ea typeface="DejaVu Sans"/>
                <a:cs typeface="DejaVu Sans"/>
              </a:defRPr>
            </a:pPr>
            <a:r>
              <a:rPr sz="1875" b="0">
                <a:solidFill>
                  <a:srgbClr val="19384D"/>
                </a:solidFill>
                <a:latin typeface="DejaVu Sans"/>
                <a:ea typeface="DejaVu Sans"/>
                <a:cs typeface="DejaVu Sans"/>
              </a:rPr>
              <a:t>Au réveil…</a:t>
            </a:r>
          </a:p>
        </p:txBody>
      </p:sp>
      <p:pic>
        <p:nvPicPr>
          <p:cNvPr id="9" name="">
            <a:extLst xmlns:a="http://schemas.openxmlformats.org/drawingml/2006/main">
              <a:ext uri="{FF2B5EF4-FFF2-40B4-BE49-F238E27FC236}">
                <a16:creationId xmlns:a16="http://schemas.microsoft.com/office/drawing/2014/main" id="{F61C202E-2342-4E8C-B174-D085EE753B36}"/>
              </a:ext>
            </a:extLst>
          </p:cNvPr>
          <p:cNvPicPr>
            <a:picLocks xmlns:a="http://schemas.openxmlformats.org/drawingml/2006/main" noChangeAspect="1"/>
          </p:cNvPicPr>
          <p:nvPr/>
        </p:nvPicPr>
        <p:blipFill>
          <a:blip xmlns:r="http://schemas.openxmlformats.org/officeDocument/2006/relationships" xmlns:a="http://schemas.openxmlformats.org/drawingml/2006/main" r:embed="Rf24a9fd301c743a3"/>
          <a:srcRect xmlns:a="http://schemas.openxmlformats.org/drawingml/2006/main" l="20161" t="0" r="20161" b="0"/>
          <a:stretch xmlns:a="http://schemas.openxmlformats.org/drawingml/2006/main">
            <a:fillRect l="0" t="0" r="0" b="0"/>
          </a:stretch>
        </p:blipFill>
        <p:spPr>
          <a:xfrm xmlns:a="http://schemas.openxmlformats.org/drawingml/2006/main">
            <a:off x="4333875" y="2000250"/>
            <a:ext cx="3524250" cy="2952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889209D-9B41-44C6-8644-C3A1E7294AF2}"/>
              </a:ext>
            </a:extLst>
          </p:cNvPr>
          <p:cNvSpPr>
            <a:spLocks xmlns:a="http://schemas.openxmlformats.org/drawingml/2006/main" noGrp="1"/>
          </p:cNvSpPr>
          <p:nvPr/>
        </p:nvSpPr>
        <p:spPr>
          <a:xfrm xmlns:a="http://schemas.openxmlformats.org/drawingml/2006/main">
            <a:off x="4333875" y="521017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84D"/>
                </a:solidFill>
                <a:latin typeface="DejaVu Sans"/>
                <a:ea typeface="DejaVu Sans"/>
                <a:cs typeface="DejaVu Sans"/>
              </a:defRPr>
            </a:defPPr>
          </a:lstStyle>
          <a:p xmlns:a="http://schemas.openxmlformats.org/drawingml/2006/main">
            <a:pPr>
              <a:defRPr sz="1875" b="0">
                <a:solidFill>
                  <a:srgbClr val="19384D"/>
                </a:solidFill>
                <a:latin typeface="DejaVu Sans"/>
                <a:ea typeface="DejaVu Sans"/>
                <a:cs typeface="DejaVu Sans"/>
              </a:defRPr>
            </a:pPr>
            <a:r>
              <a:rPr sz="1875" b="0">
                <a:solidFill>
                  <a:srgbClr val="19384D"/>
                </a:solidFill>
                <a:latin typeface="DejaVu Sans"/>
                <a:ea typeface="DejaVu Sans"/>
                <a:cs typeface="DejaVu Sans"/>
              </a:rPr>
              <a:t>Dans la salle de bain…</a:t>
            </a:r>
          </a:p>
        </p:txBody>
      </p:sp>
      <p:pic>
        <p:nvPicPr>
          <p:cNvPr id="11" name="">
            <a:extLst xmlns:a="http://schemas.openxmlformats.org/drawingml/2006/main">
              <a:ext uri="{FF2B5EF4-FFF2-40B4-BE49-F238E27FC236}">
                <a16:creationId xmlns:a16="http://schemas.microsoft.com/office/drawing/2014/main" id="{974346CE-4D69-45A7-AFD8-A2D28A018DF0}"/>
              </a:ext>
            </a:extLst>
          </p:cNvPr>
          <p:cNvPicPr>
            <a:picLocks xmlns:a="http://schemas.openxmlformats.org/drawingml/2006/main" noChangeAspect="1"/>
          </p:cNvPicPr>
          <p:nvPr/>
        </p:nvPicPr>
        <p:blipFill>
          <a:blip xmlns:r="http://schemas.openxmlformats.org/officeDocument/2006/relationships" xmlns:a="http://schemas.openxmlformats.org/drawingml/2006/main" r:embed="R36b520a26680489c"/>
          <a:srcRect xmlns:a="http://schemas.openxmlformats.org/drawingml/2006/main" l="20161" t="0" r="20161" b="0"/>
          <a:stretch xmlns:a="http://schemas.openxmlformats.org/drawingml/2006/main">
            <a:fillRect l="0" t="0" r="0" b="0"/>
          </a:stretch>
        </p:blipFill>
        <p:spPr>
          <a:xfrm xmlns:a="http://schemas.openxmlformats.org/drawingml/2006/main">
            <a:off x="8096250" y="2000250"/>
            <a:ext cx="3524250" cy="2952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2908354-FCEE-426F-9055-226A7556389D}"/>
              </a:ext>
            </a:extLst>
          </p:cNvPr>
          <p:cNvSpPr>
            <a:spLocks xmlns:a="http://schemas.openxmlformats.org/drawingml/2006/main" noGrp="1"/>
          </p:cNvSpPr>
          <p:nvPr/>
        </p:nvSpPr>
        <p:spPr>
          <a:xfrm xmlns:a="http://schemas.openxmlformats.org/drawingml/2006/main">
            <a:off x="8096250" y="521017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84D"/>
                </a:solidFill>
                <a:latin typeface="DejaVu Sans"/>
                <a:ea typeface="DejaVu Sans"/>
                <a:cs typeface="DejaVu Sans"/>
              </a:defRPr>
            </a:defPPr>
          </a:lstStyle>
          <a:p xmlns:a="http://schemas.openxmlformats.org/drawingml/2006/main">
            <a:pPr>
              <a:defRPr sz="1875" b="0">
                <a:solidFill>
                  <a:srgbClr val="19384D"/>
                </a:solidFill>
                <a:latin typeface="DejaVu Sans"/>
                <a:ea typeface="DejaVu Sans"/>
                <a:cs typeface="DejaVu Sans"/>
              </a:defRPr>
            </a:pPr>
            <a:r>
              <a:rPr sz="1875" b="0">
                <a:solidFill>
                  <a:srgbClr val="19384D"/>
                </a:solidFill>
                <a:latin typeface="DejaVu Sans"/>
                <a:ea typeface="DejaVu Sans"/>
                <a:cs typeface="DejaVu Sans"/>
              </a:rPr>
              <a:t>À table…</a:t>
            </a:r>
          </a:p>
        </p:txBody>
      </p:sp>
    </p:spTree>
    <p:extLst>
      <p:ext uri="{BB962C8B-B14F-4D97-AF65-F5344CB8AC3E}">
        <p14:creationId xmlns:p14="http://schemas.microsoft.com/office/powerpoint/2010/main" val="268395486"/>
      </p:ext>
    </p:extLst>
  </p:cSld>
</p:sld>
</file>

<file path=ppt/slides/slide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CC5D83-36F9-40DB-8232-8A47B40B944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C7C92B-55C3-403C-9F53-445E8AEA6994}"/>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Notre défi</a:t>
            </a:r>
          </a:p>
        </p:txBody>
      </p:sp>
      <p:sp>
        <p:nvSpPr>
          <p:cNvPr id="3" name="">
            <a:extLst xmlns:a="http://schemas.openxmlformats.org/drawingml/2006/main">
              <a:ext uri="{FF2B5EF4-FFF2-40B4-BE49-F238E27FC236}">
                <a16:creationId xmlns:a16="http://schemas.microsoft.com/office/drawing/2014/main" id="{3D5AD6F9-4B72-470E-BB2D-A730D04D62F3}"/>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Aujourd’hui, je raconte une petite routine.</a:t>
            </a:r>
          </a:p>
        </p:txBody>
      </p:sp>
      <p:sp>
        <p:nvSpPr>
          <p:cNvPr id="4" name="">
            <a:extLst xmlns:a="http://schemas.openxmlformats.org/drawingml/2006/main">
              <a:ext uri="{FF2B5EF4-FFF2-40B4-BE49-F238E27FC236}">
                <a16:creationId xmlns:a16="http://schemas.microsoft.com/office/drawing/2014/main" id="{99A5761F-1D6A-49F3-9D1F-7867F9B40BA7}"/>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119C18-C35C-4C73-9AC9-30888A5B04A6}"/>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378D54C2-2720-4B10-8F40-0347E4FA4580}"/>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03 / 18</a:t>
            </a:r>
          </a:p>
        </p:txBody>
      </p:sp>
      <p:sp>
        <p:nvSpPr>
          <p:cNvPr id="7" name="">
            <a:extLst xmlns:a="http://schemas.openxmlformats.org/drawingml/2006/main">
              <a:ext uri="{FF2B5EF4-FFF2-40B4-BE49-F238E27FC236}">
                <a16:creationId xmlns:a16="http://schemas.microsoft.com/office/drawing/2014/main" id="{C032BC8E-B5F3-47E9-A189-13545F2627E2}"/>
              </a:ext>
            </a:extLst>
          </p:cNvPr>
          <p:cNvSpPr>
            <a:spLocks xmlns:a="http://schemas.openxmlformats.org/drawingml/2006/main" noGrp="1"/>
          </p:cNvSpPr>
          <p:nvPr/>
        </p:nvSpPr>
        <p:spPr>
          <a:xfrm xmlns:a="http://schemas.openxmlformats.org/drawingml/2006/main">
            <a:off x="857250" y="2190750"/>
            <a:ext cx="10382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9384D"/>
                </a:solidFill>
                <a:latin typeface="DejaVu Sans"/>
                <a:ea typeface="DejaVu Sans"/>
                <a:cs typeface="DejaVu Sans"/>
              </a:defRPr>
            </a:defPPr>
          </a:lstStyle>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Je peux reconnaître 3 actions sur 4.</a:t>
            </a:r>
          </a:p>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Je peux comprendre un petit texte.</a:t>
            </a:r>
          </a:p>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Je peux dire 4 actions dans l’ordre.</a:t>
            </a:r>
          </a:p>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Je peux écrire 3 phrases sur ma journée.</a:t>
            </a:r>
          </a:p>
        </p:txBody>
      </p:sp>
      <p:sp>
        <p:nvSpPr>
          <p:cNvPr id="8" name="">
            <a:extLst xmlns:a="http://schemas.openxmlformats.org/drawingml/2006/main">
              <a:ext uri="{FF2B5EF4-FFF2-40B4-BE49-F238E27FC236}">
                <a16:creationId xmlns:a16="http://schemas.microsoft.com/office/drawing/2014/main" id="{F0E3C109-819F-4129-A18A-66B5DB99C988}"/>
              </a:ext>
            </a:extLst>
          </p:cNvPr>
          <p:cNvSpPr>
            <a:spLocks xmlns:a="http://schemas.openxmlformats.org/drawingml/2006/main" noGrp="1"/>
          </p:cNvSpPr>
          <p:nvPr/>
        </p:nvSpPr>
        <p:spPr>
          <a:xfrm xmlns:a="http://schemas.openxmlformats.org/drawingml/2006/main">
            <a:off x="857250" y="53911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3"/>
                </a:solidFill>
                <a:latin typeface="DejaVu Sans"/>
                <a:ea typeface="DejaVu Sans"/>
                <a:cs typeface="DejaVu Sans"/>
              </a:defRPr>
            </a:defPPr>
          </a:lstStyle>
          <a:p xmlns:a="http://schemas.openxmlformats.org/drawingml/2006/main">
            <a:pPr>
              <a:defRPr sz="2250" b="1">
                <a:solidFill>
                  <a:srgbClr val="087E83"/>
                </a:solidFill>
                <a:latin typeface="DejaVu Sans"/>
                <a:ea typeface="DejaVu Sans"/>
                <a:cs typeface="DejaVu Sans"/>
              </a:defRPr>
            </a:pPr>
            <a:r>
              <a:rPr sz="2250" b="1">
                <a:solidFill>
                  <a:srgbClr val="087E83"/>
                </a:solidFill>
                <a:latin typeface="DejaVu Sans"/>
                <a:ea typeface="DejaVu Sans"/>
                <a:cs typeface="DejaVu Sans"/>
              </a:rPr>
              <a:t>D’abord…  Ensuite…  Puis…  Enfin…</a:t>
            </a:r>
          </a:p>
        </p:txBody>
      </p:sp>
    </p:spTree>
    <p:extLst>
      <p:ext uri="{BB962C8B-B14F-4D97-AF65-F5344CB8AC3E}">
        <p14:creationId xmlns:p14="http://schemas.microsoft.com/office/powerpoint/2010/main" val="1653633887"/>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588FFB-38C9-45DE-9CC7-4572BA6016F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0D74B0-A0AF-4489-B8C7-22B5F56E26D6}"/>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Le matin</a:t>
            </a:r>
          </a:p>
        </p:txBody>
      </p:sp>
      <p:sp>
        <p:nvSpPr>
          <p:cNvPr id="3" name="">
            <a:extLst xmlns:a="http://schemas.openxmlformats.org/drawingml/2006/main">
              <a:ext uri="{FF2B5EF4-FFF2-40B4-BE49-F238E27FC236}">
                <a16:creationId xmlns:a16="http://schemas.microsoft.com/office/drawing/2014/main" id="{4224E7CF-EBB2-4147-90E6-6C2DFA566D99}"/>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Classe entière : écoute, montre l’image et répète.</a:t>
            </a:r>
          </a:p>
        </p:txBody>
      </p:sp>
      <p:sp>
        <p:nvSpPr>
          <p:cNvPr id="4" name="">
            <a:extLst xmlns:a="http://schemas.openxmlformats.org/drawingml/2006/main">
              <a:ext uri="{FF2B5EF4-FFF2-40B4-BE49-F238E27FC236}">
                <a16:creationId xmlns:a16="http://schemas.microsoft.com/office/drawing/2014/main" id="{4E639F74-481B-4A99-BB29-C054B4C00EC5}"/>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E1E1EB-0690-4064-86F8-7D79FED6A54E}"/>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F6527061-BA1F-4790-BEC6-9EC06CF5208B}"/>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04 / 18</a:t>
            </a:r>
          </a:p>
        </p:txBody>
      </p:sp>
      <p:pic>
        <p:nvPicPr>
          <p:cNvPr id="7" name="">
            <a:extLst xmlns:a="http://schemas.openxmlformats.org/drawingml/2006/main">
              <a:ext uri="{FF2B5EF4-FFF2-40B4-BE49-F238E27FC236}">
                <a16:creationId xmlns:a16="http://schemas.microsoft.com/office/drawing/2014/main" id="{19A3F132-3DFE-4249-9B9B-8C5FBBF712BF}"/>
              </a:ext>
            </a:extLst>
          </p:cNvPr>
          <p:cNvPicPr>
            <a:picLocks xmlns:a="http://schemas.openxmlformats.org/drawingml/2006/main" noChangeAspect="1"/>
          </p:cNvPicPr>
          <p:nvPr/>
        </p:nvPicPr>
        <p:blipFill>
          <a:blip xmlns:r="http://schemas.openxmlformats.org/officeDocument/2006/relationships" xmlns:a="http://schemas.openxmlformats.org/drawingml/2006/main" r:embed="Rc4ca79c6c98d47bf"/>
          <a:srcRect xmlns:a="http://schemas.openxmlformats.org/drawingml/2006/main" l="22041" t="0" r="22041" b="0"/>
          <a:stretch xmlns:a="http://schemas.openxmlformats.org/drawingml/2006/main">
            <a:fillRect l="0" t="0" r="0" b="0"/>
          </a:stretch>
        </p:blipFill>
        <p:spPr>
          <a:xfrm xmlns:a="http://schemas.openxmlformats.org/drawingml/2006/main">
            <a:off x="571500" y="2143125"/>
            <a:ext cx="2609850" cy="2333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2863315-479D-4B63-A99D-AF988CF211CE}"/>
              </a:ext>
            </a:extLst>
          </p:cNvPr>
          <p:cNvSpPr>
            <a:spLocks xmlns:a="http://schemas.openxmlformats.org/drawingml/2006/main" noGrp="1"/>
          </p:cNvSpPr>
          <p:nvPr/>
        </p:nvSpPr>
        <p:spPr>
          <a:xfrm xmlns:a="http://schemas.openxmlformats.org/drawingml/2006/main">
            <a:off x="57150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me réveille.</a:t>
            </a:r>
          </a:p>
        </p:txBody>
      </p:sp>
      <p:pic>
        <p:nvPicPr>
          <p:cNvPr id="9" name="">
            <a:extLst xmlns:a="http://schemas.openxmlformats.org/drawingml/2006/main">
              <a:ext uri="{FF2B5EF4-FFF2-40B4-BE49-F238E27FC236}">
                <a16:creationId xmlns:a16="http://schemas.microsoft.com/office/drawing/2014/main" id="{B981EFD2-5D77-4625-8791-D4AD0C7AE4B8}"/>
              </a:ext>
            </a:extLst>
          </p:cNvPr>
          <p:cNvPicPr>
            <a:picLocks xmlns:a="http://schemas.openxmlformats.org/drawingml/2006/main" noChangeAspect="1"/>
          </p:cNvPicPr>
          <p:nvPr/>
        </p:nvPicPr>
        <p:blipFill>
          <a:blip xmlns:r="http://schemas.openxmlformats.org/officeDocument/2006/relationships" xmlns:a="http://schemas.openxmlformats.org/drawingml/2006/main" r:embed="Rcc25bf87c2d44e80"/>
          <a:srcRect xmlns:a="http://schemas.openxmlformats.org/drawingml/2006/main" l="22041" t="0" r="22041" b="0"/>
          <a:stretch xmlns:a="http://schemas.openxmlformats.org/drawingml/2006/main">
            <a:fillRect l="0" t="0" r="0" b="0"/>
          </a:stretch>
        </p:blipFill>
        <p:spPr>
          <a:xfrm xmlns:a="http://schemas.openxmlformats.org/drawingml/2006/main">
            <a:off x="3409950" y="2143125"/>
            <a:ext cx="2609850" cy="2333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7B214B7-167E-45ED-9641-E15250249F74}"/>
              </a:ext>
            </a:extLst>
          </p:cNvPr>
          <p:cNvSpPr>
            <a:spLocks xmlns:a="http://schemas.openxmlformats.org/drawingml/2006/main" noGrp="1"/>
          </p:cNvSpPr>
          <p:nvPr/>
        </p:nvSpPr>
        <p:spPr>
          <a:xfrm xmlns:a="http://schemas.openxmlformats.org/drawingml/2006/main">
            <a:off x="340995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me brosse les dents.</a:t>
            </a:r>
          </a:p>
        </p:txBody>
      </p:sp>
      <p:pic>
        <p:nvPicPr>
          <p:cNvPr id="11" name="">
            <a:extLst xmlns:a="http://schemas.openxmlformats.org/drawingml/2006/main">
              <a:ext uri="{FF2B5EF4-FFF2-40B4-BE49-F238E27FC236}">
                <a16:creationId xmlns:a16="http://schemas.microsoft.com/office/drawing/2014/main" id="{75615175-98D7-454D-9AC7-C04EA1854C62}"/>
              </a:ext>
            </a:extLst>
          </p:cNvPr>
          <p:cNvPicPr>
            <a:picLocks xmlns:a="http://schemas.openxmlformats.org/drawingml/2006/main" noChangeAspect="1"/>
          </p:cNvPicPr>
          <p:nvPr/>
        </p:nvPicPr>
        <p:blipFill>
          <a:blip xmlns:r="http://schemas.openxmlformats.org/officeDocument/2006/relationships" xmlns:a="http://schemas.openxmlformats.org/drawingml/2006/main" r:embed="Rc5afa0d984334d2d"/>
          <a:srcRect xmlns:a="http://schemas.openxmlformats.org/drawingml/2006/main" l="22041" t="0" r="22041" b="0"/>
          <a:stretch xmlns:a="http://schemas.openxmlformats.org/drawingml/2006/main">
            <a:fillRect l="0" t="0" r="0" b="0"/>
          </a:stretch>
        </p:blipFill>
        <p:spPr>
          <a:xfrm xmlns:a="http://schemas.openxmlformats.org/drawingml/2006/main">
            <a:off x="6248400" y="2143125"/>
            <a:ext cx="2609850" cy="2333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19D8F3C-862C-4ACB-8C3A-7699F2582345}"/>
              </a:ext>
            </a:extLst>
          </p:cNvPr>
          <p:cNvSpPr>
            <a:spLocks xmlns:a="http://schemas.openxmlformats.org/drawingml/2006/main" noGrp="1"/>
          </p:cNvSpPr>
          <p:nvPr/>
        </p:nvSpPr>
        <p:spPr>
          <a:xfrm xmlns:a="http://schemas.openxmlformats.org/drawingml/2006/main">
            <a:off x="624840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m’habille.</a:t>
            </a:r>
          </a:p>
        </p:txBody>
      </p:sp>
      <p:pic>
        <p:nvPicPr>
          <p:cNvPr id="13" name="">
            <a:extLst xmlns:a="http://schemas.openxmlformats.org/drawingml/2006/main">
              <a:ext uri="{FF2B5EF4-FFF2-40B4-BE49-F238E27FC236}">
                <a16:creationId xmlns:a16="http://schemas.microsoft.com/office/drawing/2014/main" id="{12B4746C-8F75-4863-BCC2-92FC120320D6}"/>
              </a:ext>
            </a:extLst>
          </p:cNvPr>
          <p:cNvPicPr>
            <a:picLocks xmlns:a="http://schemas.openxmlformats.org/drawingml/2006/main" noChangeAspect="1"/>
          </p:cNvPicPr>
          <p:nvPr/>
        </p:nvPicPr>
        <p:blipFill>
          <a:blip xmlns:r="http://schemas.openxmlformats.org/officeDocument/2006/relationships" xmlns:a="http://schemas.openxmlformats.org/drawingml/2006/main" r:embed="R7d2cca943bac4580"/>
          <a:srcRect xmlns:a="http://schemas.openxmlformats.org/drawingml/2006/main" l="22041" t="0" r="22041" b="0"/>
          <a:stretch xmlns:a="http://schemas.openxmlformats.org/drawingml/2006/main">
            <a:fillRect l="0" t="0" r="0" b="0"/>
          </a:stretch>
        </p:blipFill>
        <p:spPr>
          <a:xfrm xmlns:a="http://schemas.openxmlformats.org/drawingml/2006/main">
            <a:off x="9086850" y="2143125"/>
            <a:ext cx="2609850" cy="23336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AF058CD-402F-4E60-BBA3-7D801CA6EE15}"/>
              </a:ext>
            </a:extLst>
          </p:cNvPr>
          <p:cNvSpPr>
            <a:spLocks xmlns:a="http://schemas.openxmlformats.org/drawingml/2006/main" noGrp="1"/>
          </p:cNvSpPr>
          <p:nvPr/>
        </p:nvSpPr>
        <p:spPr>
          <a:xfrm xmlns:a="http://schemas.openxmlformats.org/drawingml/2006/main">
            <a:off x="908685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prends mon petit-déjeuner.</a:t>
            </a:r>
          </a:p>
        </p:txBody>
      </p:sp>
    </p:spTree>
    <p:extLst>
      <p:ext uri="{BB962C8B-B14F-4D97-AF65-F5344CB8AC3E}">
        <p14:creationId xmlns:p14="http://schemas.microsoft.com/office/powerpoint/2010/main" val="2069273643"/>
      </p:ext>
    </p:extLst>
  </p:cSld>
</p:sld>
</file>

<file path=ppt/slides/slide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5C83812-2682-4D4A-A306-B8016E4343D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C10993-B43D-44D7-A443-A5183BD5B344}"/>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À l’école et après l’école</a:t>
            </a:r>
          </a:p>
        </p:txBody>
      </p:sp>
      <p:sp>
        <p:nvSpPr>
          <p:cNvPr id="3" name="">
            <a:extLst xmlns:a="http://schemas.openxmlformats.org/drawingml/2006/main">
              <a:ext uri="{FF2B5EF4-FFF2-40B4-BE49-F238E27FC236}">
                <a16:creationId xmlns:a16="http://schemas.microsoft.com/office/drawing/2014/main" id="{DD84E9AD-7DEC-4F43-AC8A-E2E25B33B686}"/>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Classe entière : écoute, montre l’image et répète.</a:t>
            </a:r>
          </a:p>
        </p:txBody>
      </p:sp>
      <p:sp>
        <p:nvSpPr>
          <p:cNvPr id="4" name="">
            <a:extLst xmlns:a="http://schemas.openxmlformats.org/drawingml/2006/main">
              <a:ext uri="{FF2B5EF4-FFF2-40B4-BE49-F238E27FC236}">
                <a16:creationId xmlns:a16="http://schemas.microsoft.com/office/drawing/2014/main" id="{9F061DED-A806-4266-B408-90674541EA03}"/>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BB85FE-8BCE-4841-8689-528F8F8D2E8C}"/>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B7163369-FD0E-4D77-ACEE-C75C1CC2F75F}"/>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05 / 18</a:t>
            </a:r>
          </a:p>
        </p:txBody>
      </p:sp>
      <p:pic>
        <p:nvPicPr>
          <p:cNvPr id="7" name="">
            <a:extLst xmlns:a="http://schemas.openxmlformats.org/drawingml/2006/main">
              <a:ext uri="{FF2B5EF4-FFF2-40B4-BE49-F238E27FC236}">
                <a16:creationId xmlns:a16="http://schemas.microsoft.com/office/drawing/2014/main" id="{1C4B1538-7E8E-4598-AF76-84B5EE413E55}"/>
              </a:ext>
            </a:extLst>
          </p:cNvPr>
          <p:cNvPicPr>
            <a:picLocks xmlns:a="http://schemas.openxmlformats.org/drawingml/2006/main" noChangeAspect="1"/>
          </p:cNvPicPr>
          <p:nvPr/>
        </p:nvPicPr>
        <p:blipFill>
          <a:blip xmlns:r="http://schemas.openxmlformats.org/officeDocument/2006/relationships" xmlns:a="http://schemas.openxmlformats.org/drawingml/2006/main" r:embed="Rfdfa2ebe21a548d8"/>
          <a:srcRect xmlns:a="http://schemas.openxmlformats.org/drawingml/2006/main" l="22041" t="0" r="22041" b="0"/>
          <a:stretch xmlns:a="http://schemas.openxmlformats.org/drawingml/2006/main">
            <a:fillRect l="0" t="0" r="0" b="0"/>
          </a:stretch>
        </p:blipFill>
        <p:spPr>
          <a:xfrm xmlns:a="http://schemas.openxmlformats.org/drawingml/2006/main">
            <a:off x="571500" y="2143125"/>
            <a:ext cx="2609850" cy="2333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0BEE02D-2624-42C0-9CA3-8EE451AA4831}"/>
              </a:ext>
            </a:extLst>
          </p:cNvPr>
          <p:cNvSpPr>
            <a:spLocks xmlns:a="http://schemas.openxmlformats.org/drawingml/2006/main" noGrp="1"/>
          </p:cNvSpPr>
          <p:nvPr/>
        </p:nvSpPr>
        <p:spPr>
          <a:xfrm xmlns:a="http://schemas.openxmlformats.org/drawingml/2006/main">
            <a:off x="57150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vais à l’école.</a:t>
            </a:r>
          </a:p>
        </p:txBody>
      </p:sp>
      <p:pic>
        <p:nvPicPr>
          <p:cNvPr id="9" name="">
            <a:extLst xmlns:a="http://schemas.openxmlformats.org/drawingml/2006/main">
              <a:ext uri="{FF2B5EF4-FFF2-40B4-BE49-F238E27FC236}">
                <a16:creationId xmlns:a16="http://schemas.microsoft.com/office/drawing/2014/main" id="{7988E5FF-F55F-42DA-BB55-1958A249441E}"/>
              </a:ext>
            </a:extLst>
          </p:cNvPr>
          <p:cNvPicPr>
            <a:picLocks xmlns:a="http://schemas.openxmlformats.org/drawingml/2006/main" noChangeAspect="1"/>
          </p:cNvPicPr>
          <p:nvPr/>
        </p:nvPicPr>
        <p:blipFill>
          <a:blip xmlns:r="http://schemas.openxmlformats.org/officeDocument/2006/relationships" xmlns:a="http://schemas.openxmlformats.org/drawingml/2006/main" r:embed="Rdc5cfd9d588040e5"/>
          <a:srcRect xmlns:a="http://schemas.openxmlformats.org/drawingml/2006/main" l="22041" t="0" r="22041" b="0"/>
          <a:stretch xmlns:a="http://schemas.openxmlformats.org/drawingml/2006/main">
            <a:fillRect l="0" t="0" r="0" b="0"/>
          </a:stretch>
        </p:blipFill>
        <p:spPr>
          <a:xfrm xmlns:a="http://schemas.openxmlformats.org/drawingml/2006/main">
            <a:off x="3409950" y="2143125"/>
            <a:ext cx="2609850" cy="2333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6C7CEAE-F1A7-481A-8054-1911B7238173}"/>
              </a:ext>
            </a:extLst>
          </p:cNvPr>
          <p:cNvSpPr>
            <a:spLocks xmlns:a="http://schemas.openxmlformats.org/drawingml/2006/main" noGrp="1"/>
          </p:cNvSpPr>
          <p:nvPr/>
        </p:nvSpPr>
        <p:spPr>
          <a:xfrm xmlns:a="http://schemas.openxmlformats.org/drawingml/2006/main">
            <a:off x="340995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J’étudie.</a:t>
            </a:r>
          </a:p>
        </p:txBody>
      </p:sp>
      <p:pic>
        <p:nvPicPr>
          <p:cNvPr id="11" name="">
            <a:extLst xmlns:a="http://schemas.openxmlformats.org/drawingml/2006/main">
              <a:ext uri="{FF2B5EF4-FFF2-40B4-BE49-F238E27FC236}">
                <a16:creationId xmlns:a16="http://schemas.microsoft.com/office/drawing/2014/main" id="{E1296E5B-915F-4944-ACE8-8C5EDF9760AB}"/>
              </a:ext>
            </a:extLst>
          </p:cNvPr>
          <p:cNvPicPr>
            <a:picLocks xmlns:a="http://schemas.openxmlformats.org/drawingml/2006/main" noChangeAspect="1"/>
          </p:cNvPicPr>
          <p:nvPr/>
        </p:nvPicPr>
        <p:blipFill>
          <a:blip xmlns:r="http://schemas.openxmlformats.org/officeDocument/2006/relationships" xmlns:a="http://schemas.openxmlformats.org/drawingml/2006/main" r:embed="R383111877e314c84"/>
          <a:srcRect xmlns:a="http://schemas.openxmlformats.org/drawingml/2006/main" l="22041" t="0" r="22041" b="0"/>
          <a:stretch xmlns:a="http://schemas.openxmlformats.org/drawingml/2006/main">
            <a:fillRect l="0" t="0" r="0" b="0"/>
          </a:stretch>
        </p:blipFill>
        <p:spPr>
          <a:xfrm xmlns:a="http://schemas.openxmlformats.org/drawingml/2006/main">
            <a:off x="6248400" y="2143125"/>
            <a:ext cx="2609850" cy="2333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CB98594-9A65-4627-8969-EE1A41ECFFAC}"/>
              </a:ext>
            </a:extLst>
          </p:cNvPr>
          <p:cNvSpPr>
            <a:spLocks xmlns:a="http://schemas.openxmlformats.org/drawingml/2006/main" noGrp="1"/>
          </p:cNvSpPr>
          <p:nvPr/>
        </p:nvSpPr>
        <p:spPr>
          <a:xfrm xmlns:a="http://schemas.openxmlformats.org/drawingml/2006/main">
            <a:off x="624840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déjeune.</a:t>
            </a:r>
          </a:p>
        </p:txBody>
      </p:sp>
      <p:pic>
        <p:nvPicPr>
          <p:cNvPr id="13" name="">
            <a:extLst xmlns:a="http://schemas.openxmlformats.org/drawingml/2006/main">
              <a:ext uri="{FF2B5EF4-FFF2-40B4-BE49-F238E27FC236}">
                <a16:creationId xmlns:a16="http://schemas.microsoft.com/office/drawing/2014/main" id="{A6B1C081-DD99-4BBC-BD43-8C19A4ADE022}"/>
              </a:ext>
            </a:extLst>
          </p:cNvPr>
          <p:cNvPicPr>
            <a:picLocks xmlns:a="http://schemas.openxmlformats.org/drawingml/2006/main" noChangeAspect="1"/>
          </p:cNvPicPr>
          <p:nvPr/>
        </p:nvPicPr>
        <p:blipFill>
          <a:blip xmlns:r="http://schemas.openxmlformats.org/officeDocument/2006/relationships" xmlns:a="http://schemas.openxmlformats.org/drawingml/2006/main" r:embed="R74922c0fc59d45ff"/>
          <a:srcRect xmlns:a="http://schemas.openxmlformats.org/drawingml/2006/main" l="22041" t="0" r="22041" b="0"/>
          <a:stretch xmlns:a="http://schemas.openxmlformats.org/drawingml/2006/main">
            <a:fillRect l="0" t="0" r="0" b="0"/>
          </a:stretch>
        </p:blipFill>
        <p:spPr>
          <a:xfrm xmlns:a="http://schemas.openxmlformats.org/drawingml/2006/main">
            <a:off x="9086850" y="2143125"/>
            <a:ext cx="2609850" cy="23336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902BC9E-D478-49DA-889B-2BE5584EE0B0}"/>
              </a:ext>
            </a:extLst>
          </p:cNvPr>
          <p:cNvSpPr>
            <a:spLocks xmlns:a="http://schemas.openxmlformats.org/drawingml/2006/main" noGrp="1"/>
          </p:cNvSpPr>
          <p:nvPr/>
        </p:nvSpPr>
        <p:spPr>
          <a:xfrm xmlns:a="http://schemas.openxmlformats.org/drawingml/2006/main">
            <a:off x="908685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joue.</a:t>
            </a:r>
          </a:p>
        </p:txBody>
      </p:sp>
    </p:spTree>
    <p:extLst>
      <p:ext uri="{BB962C8B-B14F-4D97-AF65-F5344CB8AC3E}">
        <p14:creationId xmlns:p14="http://schemas.microsoft.com/office/powerpoint/2010/main" val="618150009"/>
      </p:ext>
    </p:extLst>
  </p:cSld>
</p:sld>
</file>

<file path=ppt/slides/slide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8EFFEAF-029F-4C25-A301-14DD2742E49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77AB30-3DA8-4895-89A3-744E4B00B8DD}"/>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Le soir</a:t>
            </a:r>
          </a:p>
        </p:txBody>
      </p:sp>
      <p:sp>
        <p:nvSpPr>
          <p:cNvPr id="3" name="">
            <a:extLst xmlns:a="http://schemas.openxmlformats.org/drawingml/2006/main">
              <a:ext uri="{FF2B5EF4-FFF2-40B4-BE49-F238E27FC236}">
                <a16:creationId xmlns:a16="http://schemas.microsoft.com/office/drawing/2014/main" id="{A65AEDD9-EBC0-4237-B1C6-27190936F62D}"/>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Classe entière : écoute, montre l’image et répète.</a:t>
            </a:r>
          </a:p>
        </p:txBody>
      </p:sp>
      <p:sp>
        <p:nvSpPr>
          <p:cNvPr id="4" name="">
            <a:extLst xmlns:a="http://schemas.openxmlformats.org/drawingml/2006/main">
              <a:ext uri="{FF2B5EF4-FFF2-40B4-BE49-F238E27FC236}">
                <a16:creationId xmlns:a16="http://schemas.microsoft.com/office/drawing/2014/main" id="{921C9D75-B965-422D-966A-92C0C4A6F48B}"/>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F6A4F1-FA61-4FF4-98C1-9E765E3C6D19}"/>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AC9E0FBF-362D-45A4-868F-DA131523D958}"/>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06 / 18</a:t>
            </a:r>
          </a:p>
        </p:txBody>
      </p:sp>
      <p:pic>
        <p:nvPicPr>
          <p:cNvPr id="7" name="">
            <a:extLst xmlns:a="http://schemas.openxmlformats.org/drawingml/2006/main">
              <a:ext uri="{FF2B5EF4-FFF2-40B4-BE49-F238E27FC236}">
                <a16:creationId xmlns:a16="http://schemas.microsoft.com/office/drawing/2014/main" id="{F28101F1-5BD7-4B4F-92DD-10333B481E0A}"/>
              </a:ext>
            </a:extLst>
          </p:cNvPr>
          <p:cNvPicPr>
            <a:picLocks xmlns:a="http://schemas.openxmlformats.org/drawingml/2006/main" noChangeAspect="1"/>
          </p:cNvPicPr>
          <p:nvPr/>
        </p:nvPicPr>
        <p:blipFill>
          <a:blip xmlns:r="http://schemas.openxmlformats.org/officeDocument/2006/relationships" xmlns:a="http://schemas.openxmlformats.org/drawingml/2006/main" r:embed="R8ab6306315fa4b7f"/>
          <a:srcRect xmlns:a="http://schemas.openxmlformats.org/drawingml/2006/main" l="22041" t="0" r="22041" b="0"/>
          <a:stretch xmlns:a="http://schemas.openxmlformats.org/drawingml/2006/main">
            <a:fillRect l="0" t="0" r="0" b="0"/>
          </a:stretch>
        </p:blipFill>
        <p:spPr>
          <a:xfrm xmlns:a="http://schemas.openxmlformats.org/drawingml/2006/main">
            <a:off x="571500" y="2143125"/>
            <a:ext cx="2609850" cy="2333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90E98C0-D9CC-466D-A5AA-523C17A4D3D4}"/>
              </a:ext>
            </a:extLst>
          </p:cNvPr>
          <p:cNvSpPr>
            <a:spLocks xmlns:a="http://schemas.openxmlformats.org/drawingml/2006/main" noGrp="1"/>
          </p:cNvSpPr>
          <p:nvPr/>
        </p:nvSpPr>
        <p:spPr>
          <a:xfrm xmlns:a="http://schemas.openxmlformats.org/drawingml/2006/main">
            <a:off x="57150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fais mes devoirs.</a:t>
            </a:r>
          </a:p>
        </p:txBody>
      </p:sp>
      <p:pic>
        <p:nvPicPr>
          <p:cNvPr id="9" name="">
            <a:extLst xmlns:a="http://schemas.openxmlformats.org/drawingml/2006/main">
              <a:ext uri="{FF2B5EF4-FFF2-40B4-BE49-F238E27FC236}">
                <a16:creationId xmlns:a16="http://schemas.microsoft.com/office/drawing/2014/main" id="{02C5F375-C7F8-4E0B-9D19-4A6AA46CD0BD}"/>
              </a:ext>
            </a:extLst>
          </p:cNvPr>
          <p:cNvPicPr>
            <a:picLocks xmlns:a="http://schemas.openxmlformats.org/drawingml/2006/main" noChangeAspect="1"/>
          </p:cNvPicPr>
          <p:nvPr/>
        </p:nvPicPr>
        <p:blipFill>
          <a:blip xmlns:r="http://schemas.openxmlformats.org/officeDocument/2006/relationships" xmlns:a="http://schemas.openxmlformats.org/drawingml/2006/main" r:embed="Rf95df1c5d43a4eec"/>
          <a:srcRect xmlns:a="http://schemas.openxmlformats.org/drawingml/2006/main" l="22041" t="0" r="22041" b="0"/>
          <a:stretch xmlns:a="http://schemas.openxmlformats.org/drawingml/2006/main">
            <a:fillRect l="0" t="0" r="0" b="0"/>
          </a:stretch>
        </p:blipFill>
        <p:spPr>
          <a:xfrm xmlns:a="http://schemas.openxmlformats.org/drawingml/2006/main">
            <a:off x="3409950" y="2143125"/>
            <a:ext cx="2609850" cy="2333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99E4E94-54B7-4945-8C4E-379556C54B25}"/>
              </a:ext>
            </a:extLst>
          </p:cNvPr>
          <p:cNvSpPr>
            <a:spLocks xmlns:a="http://schemas.openxmlformats.org/drawingml/2006/main" noGrp="1"/>
          </p:cNvSpPr>
          <p:nvPr/>
        </p:nvSpPr>
        <p:spPr>
          <a:xfrm xmlns:a="http://schemas.openxmlformats.org/drawingml/2006/main">
            <a:off x="340995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dîne.</a:t>
            </a:r>
          </a:p>
        </p:txBody>
      </p:sp>
      <p:pic>
        <p:nvPicPr>
          <p:cNvPr id="11" name="">
            <a:extLst xmlns:a="http://schemas.openxmlformats.org/drawingml/2006/main">
              <a:ext uri="{FF2B5EF4-FFF2-40B4-BE49-F238E27FC236}">
                <a16:creationId xmlns:a16="http://schemas.microsoft.com/office/drawing/2014/main" id="{41ECBEE1-B5CA-4250-B1EA-03E2ED11DDF3}"/>
              </a:ext>
            </a:extLst>
          </p:cNvPr>
          <p:cNvPicPr>
            <a:picLocks xmlns:a="http://schemas.openxmlformats.org/drawingml/2006/main" noChangeAspect="1"/>
          </p:cNvPicPr>
          <p:nvPr/>
        </p:nvPicPr>
        <p:blipFill>
          <a:blip xmlns:r="http://schemas.openxmlformats.org/officeDocument/2006/relationships" xmlns:a="http://schemas.openxmlformats.org/drawingml/2006/main" r:embed="R9993599ba7b54fe5"/>
          <a:srcRect xmlns:a="http://schemas.openxmlformats.org/drawingml/2006/main" l="22041" t="0" r="22041" b="0"/>
          <a:stretch xmlns:a="http://schemas.openxmlformats.org/drawingml/2006/main">
            <a:fillRect l="0" t="0" r="0" b="0"/>
          </a:stretch>
        </p:blipFill>
        <p:spPr>
          <a:xfrm xmlns:a="http://schemas.openxmlformats.org/drawingml/2006/main">
            <a:off x="6248400" y="2143125"/>
            <a:ext cx="2609850" cy="2333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1CDE87E-BB0B-4128-B6B8-8D722F175B7D}"/>
              </a:ext>
            </a:extLst>
          </p:cNvPr>
          <p:cNvSpPr>
            <a:spLocks xmlns:a="http://schemas.openxmlformats.org/drawingml/2006/main" noGrp="1"/>
          </p:cNvSpPr>
          <p:nvPr/>
        </p:nvSpPr>
        <p:spPr>
          <a:xfrm xmlns:a="http://schemas.openxmlformats.org/drawingml/2006/main">
            <a:off x="624840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lis.</a:t>
            </a:r>
          </a:p>
        </p:txBody>
      </p:sp>
      <p:pic>
        <p:nvPicPr>
          <p:cNvPr id="13" name="">
            <a:extLst xmlns:a="http://schemas.openxmlformats.org/drawingml/2006/main">
              <a:ext uri="{FF2B5EF4-FFF2-40B4-BE49-F238E27FC236}">
                <a16:creationId xmlns:a16="http://schemas.microsoft.com/office/drawing/2014/main" id="{C89128B6-C396-4B20-B096-D68C7D2E0A86}"/>
              </a:ext>
            </a:extLst>
          </p:cNvPr>
          <p:cNvPicPr>
            <a:picLocks xmlns:a="http://schemas.openxmlformats.org/drawingml/2006/main" noChangeAspect="1"/>
          </p:cNvPicPr>
          <p:nvPr/>
        </p:nvPicPr>
        <p:blipFill>
          <a:blip xmlns:r="http://schemas.openxmlformats.org/officeDocument/2006/relationships" xmlns:a="http://schemas.openxmlformats.org/drawingml/2006/main" r:embed="R7abaabc5044541c5"/>
          <a:srcRect xmlns:a="http://schemas.openxmlformats.org/drawingml/2006/main" l="22041" t="0" r="22041" b="0"/>
          <a:stretch xmlns:a="http://schemas.openxmlformats.org/drawingml/2006/main">
            <a:fillRect l="0" t="0" r="0" b="0"/>
          </a:stretch>
        </p:blipFill>
        <p:spPr>
          <a:xfrm xmlns:a="http://schemas.openxmlformats.org/drawingml/2006/main">
            <a:off x="9086850" y="2143125"/>
            <a:ext cx="2609850" cy="23336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EF59F9B-8ACC-4D1C-B5C6-AEC0CCE7B629}"/>
              </a:ext>
            </a:extLst>
          </p:cNvPr>
          <p:cNvSpPr>
            <a:spLocks xmlns:a="http://schemas.openxmlformats.org/drawingml/2006/main" noGrp="1"/>
          </p:cNvSpPr>
          <p:nvPr/>
        </p:nvSpPr>
        <p:spPr>
          <a:xfrm xmlns:a="http://schemas.openxmlformats.org/drawingml/2006/main">
            <a:off x="9086850" y="4676775"/>
            <a:ext cx="2609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344B"/>
                </a:solidFill>
                <a:latin typeface="DejaVu Sans"/>
                <a:ea typeface="DejaVu Sans"/>
                <a:cs typeface="DejaVu Sans"/>
              </a:defRPr>
            </a:defPPr>
          </a:lstStyle>
          <a:p xmlns:a="http://schemas.openxmlformats.org/drawingml/2006/main">
            <a:pPr>
              <a:defRPr sz="1950" b="1">
                <a:solidFill>
                  <a:srgbClr val="14344B"/>
                </a:solidFill>
                <a:latin typeface="DejaVu Sans"/>
                <a:ea typeface="DejaVu Sans"/>
                <a:cs typeface="DejaVu Sans"/>
              </a:defRPr>
            </a:pPr>
            <a:r>
              <a:rPr sz="1950" b="1">
                <a:solidFill>
                  <a:srgbClr val="14344B"/>
                </a:solidFill>
                <a:latin typeface="DejaVu Sans"/>
                <a:ea typeface="DejaVu Sans"/>
                <a:cs typeface="DejaVu Sans"/>
              </a:rPr>
              <a:t>Je me couche.</a:t>
            </a:r>
          </a:p>
        </p:txBody>
      </p:sp>
    </p:spTree>
    <p:extLst>
      <p:ext uri="{BB962C8B-B14F-4D97-AF65-F5344CB8AC3E}">
        <p14:creationId xmlns:p14="http://schemas.microsoft.com/office/powerpoint/2010/main" val="1749871470"/>
      </p:ext>
    </p:extLst>
  </p:cSld>
</p:sld>
</file>

<file path=ppt/slides/slide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F918D0-767B-45EB-9134-3D029720551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50A966-6D52-44E2-B3EE-0710CE395C68}"/>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Une phrase pour chaque action</a:t>
            </a:r>
          </a:p>
        </p:txBody>
      </p:sp>
      <p:sp>
        <p:nvSpPr>
          <p:cNvPr id="3" name="">
            <a:extLst xmlns:a="http://schemas.openxmlformats.org/drawingml/2006/main">
              <a:ext uri="{FF2B5EF4-FFF2-40B4-BE49-F238E27FC236}">
                <a16:creationId xmlns:a16="http://schemas.microsoft.com/office/drawing/2014/main" id="{43AC407C-F431-46D4-A18E-D8335059AEB2}"/>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Classe entière : complète à l’oral.</a:t>
            </a:r>
          </a:p>
        </p:txBody>
      </p:sp>
      <p:sp>
        <p:nvSpPr>
          <p:cNvPr id="4" name="">
            <a:extLst xmlns:a="http://schemas.openxmlformats.org/drawingml/2006/main">
              <a:ext uri="{FF2B5EF4-FFF2-40B4-BE49-F238E27FC236}">
                <a16:creationId xmlns:a16="http://schemas.microsoft.com/office/drawing/2014/main" id="{A84A2706-705C-411A-BC93-493059ECBE35}"/>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A70E38-CA8E-4D60-ACF0-47CC2D35EA16}"/>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693FDF37-5E41-4F54-8C21-2DC1215D5892}"/>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07 / 18</a:t>
            </a:r>
          </a:p>
        </p:txBody>
      </p:sp>
      <p:sp>
        <p:nvSpPr>
          <p:cNvPr id="7" name="">
            <a:extLst xmlns:a="http://schemas.openxmlformats.org/drawingml/2006/main">
              <a:ext uri="{FF2B5EF4-FFF2-40B4-BE49-F238E27FC236}">
                <a16:creationId xmlns:a16="http://schemas.microsoft.com/office/drawing/2014/main" id="{0CB8B110-43DF-43DA-9D32-C46B3D5A7C2C}"/>
              </a:ext>
            </a:extLst>
          </p:cNvPr>
          <p:cNvSpPr>
            <a:spLocks xmlns:a="http://schemas.openxmlformats.org/drawingml/2006/main" noGrp="1"/>
          </p:cNvSpPr>
          <p:nvPr/>
        </p:nvSpPr>
        <p:spPr>
          <a:xfrm xmlns:a="http://schemas.openxmlformats.org/drawingml/2006/main">
            <a:off x="762000" y="2095500"/>
            <a:ext cx="6858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9384D"/>
                </a:solidFill>
                <a:latin typeface="DejaVu Sans"/>
                <a:ea typeface="DejaVu Sans"/>
                <a:cs typeface="DejaVu Sans"/>
              </a:defRPr>
            </a:defPPr>
          </a:lstStyle>
          <a:p xmlns:a="http://schemas.openxmlformats.org/drawingml/2006/main">
            <a:pPr>
              <a:defRPr sz="2700" b="0">
                <a:solidFill>
                  <a:srgbClr val="19384D"/>
                </a:solidFill>
                <a:latin typeface="DejaVu Sans"/>
                <a:ea typeface="DejaVu Sans"/>
                <a:cs typeface="DejaVu Sans"/>
              </a:defRPr>
            </a:pPr>
            <a:r>
              <a:rPr sz="2700" b="0">
                <a:solidFill>
                  <a:srgbClr val="19384D"/>
                </a:solidFill>
                <a:latin typeface="DejaVu Sans"/>
                <a:ea typeface="DejaVu Sans"/>
                <a:cs typeface="DejaVu Sans"/>
              </a:rPr>
              <a:t>Je me __________.</a:t>
            </a:r>
          </a:p>
          <a:p xmlns:a="http://schemas.openxmlformats.org/drawingml/2006/main">
            <a:pPr>
              <a:defRPr sz="2700" b="0">
                <a:solidFill>
                  <a:srgbClr val="19384D"/>
                </a:solidFill>
                <a:latin typeface="DejaVu Sans"/>
                <a:ea typeface="DejaVu Sans"/>
                <a:cs typeface="DejaVu Sans"/>
              </a:defRPr>
            </a:pPr>
            <a:r>
              <a:rPr sz="2700" b="0">
                <a:solidFill>
                  <a:srgbClr val="19384D"/>
                </a:solidFill>
                <a:latin typeface="DejaVu Sans"/>
                <a:ea typeface="DejaVu Sans"/>
                <a:cs typeface="DejaVu Sans"/>
              </a:rPr>
              <a:t>Je me __________ les dents.</a:t>
            </a:r>
          </a:p>
          <a:p xmlns:a="http://schemas.openxmlformats.org/drawingml/2006/main">
            <a:pPr>
              <a:defRPr sz="2700" b="0">
                <a:solidFill>
                  <a:srgbClr val="19384D"/>
                </a:solidFill>
                <a:latin typeface="DejaVu Sans"/>
                <a:ea typeface="DejaVu Sans"/>
                <a:cs typeface="DejaVu Sans"/>
              </a:defRPr>
            </a:pPr>
            <a:r>
              <a:rPr sz="2700" b="0">
                <a:solidFill>
                  <a:srgbClr val="19384D"/>
                </a:solidFill>
                <a:latin typeface="DejaVu Sans"/>
                <a:ea typeface="DejaVu Sans"/>
                <a:cs typeface="DejaVu Sans"/>
              </a:rPr>
              <a:t>Je __________ à l’école.</a:t>
            </a:r>
          </a:p>
          <a:p xmlns:a="http://schemas.openxmlformats.org/drawingml/2006/main">
            <a:pPr>
              <a:defRPr sz="2700" b="0">
                <a:solidFill>
                  <a:srgbClr val="19384D"/>
                </a:solidFill>
                <a:latin typeface="DejaVu Sans"/>
                <a:ea typeface="DejaVu Sans"/>
                <a:cs typeface="DejaVu Sans"/>
              </a:defRPr>
            </a:pPr>
            <a:r>
              <a:rPr sz="2700" b="0">
                <a:solidFill>
                  <a:srgbClr val="19384D"/>
                </a:solidFill>
                <a:latin typeface="DejaVu Sans"/>
                <a:ea typeface="DejaVu Sans"/>
                <a:cs typeface="DejaVu Sans"/>
              </a:rPr>
              <a:t>Je __________ mes devoirs.</a:t>
            </a:r>
          </a:p>
        </p:txBody>
      </p:sp>
      <p:sp>
        <p:nvSpPr>
          <p:cNvPr id="8" name="">
            <a:extLst xmlns:a="http://schemas.openxmlformats.org/drawingml/2006/main">
              <a:ext uri="{FF2B5EF4-FFF2-40B4-BE49-F238E27FC236}">
                <a16:creationId xmlns:a16="http://schemas.microsoft.com/office/drawing/2014/main" id="{9B648EC5-0736-41E4-8035-7906B9FBEFC9}"/>
              </a:ext>
            </a:extLst>
          </p:cNvPr>
          <p:cNvSpPr>
            <a:spLocks xmlns:a="http://schemas.openxmlformats.org/drawingml/2006/main" noGrp="1"/>
          </p:cNvSpPr>
          <p:nvPr/>
        </p:nvSpPr>
        <p:spPr>
          <a:xfrm xmlns:a="http://schemas.openxmlformats.org/drawingml/2006/main">
            <a:off x="9048750" y="2143125"/>
            <a:ext cx="23812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E83"/>
                </a:solidFill>
                <a:latin typeface="DejaVu Sans"/>
                <a:ea typeface="DejaVu Sans"/>
                <a:cs typeface="DejaVu Sans"/>
              </a:defRPr>
            </a:defPPr>
          </a:lstStyle>
          <a:p xmlns:a="http://schemas.openxmlformats.org/drawingml/2006/main">
            <a:pPr>
              <a:defRPr sz="2400" b="1">
                <a:solidFill>
                  <a:srgbClr val="087E83"/>
                </a:solidFill>
                <a:latin typeface="DejaVu Sans"/>
                <a:ea typeface="DejaVu Sans"/>
                <a:cs typeface="DejaVu Sans"/>
              </a:defRPr>
            </a:pPr>
            <a:r>
              <a:rPr sz="2400" b="1">
                <a:solidFill>
                  <a:srgbClr val="087E83"/>
                </a:solidFill>
                <a:latin typeface="DejaVu Sans"/>
                <a:ea typeface="DejaVu Sans"/>
                <a:cs typeface="DejaVu Sans"/>
              </a:rPr>
              <a:t>réveille</a:t>
            </a:r>
          </a:p>
          <a:p xmlns:a="http://schemas.openxmlformats.org/drawingml/2006/main">
            <a:pPr>
              <a:defRPr sz="2400" b="1">
                <a:solidFill>
                  <a:srgbClr val="087E83"/>
                </a:solidFill>
                <a:latin typeface="DejaVu Sans"/>
                <a:ea typeface="DejaVu Sans"/>
                <a:cs typeface="DejaVu Sans"/>
              </a:defRPr>
            </a:pPr>
            <a:r>
              <a:rPr sz="2400" b="1">
                <a:solidFill>
                  <a:srgbClr val="087E83"/>
                </a:solidFill>
                <a:latin typeface="DejaVu Sans"/>
                <a:ea typeface="DejaVu Sans"/>
                <a:cs typeface="DejaVu Sans"/>
              </a:rPr>
              <a:t>brosse</a:t>
            </a:r>
          </a:p>
          <a:p xmlns:a="http://schemas.openxmlformats.org/drawingml/2006/main">
            <a:pPr>
              <a:defRPr sz="2400" b="1">
                <a:solidFill>
                  <a:srgbClr val="087E83"/>
                </a:solidFill>
                <a:latin typeface="DejaVu Sans"/>
                <a:ea typeface="DejaVu Sans"/>
                <a:cs typeface="DejaVu Sans"/>
              </a:defRPr>
            </a:pPr>
            <a:r>
              <a:rPr sz="2400" b="1">
                <a:solidFill>
                  <a:srgbClr val="087E83"/>
                </a:solidFill>
                <a:latin typeface="DejaVu Sans"/>
                <a:ea typeface="DejaVu Sans"/>
                <a:cs typeface="DejaVu Sans"/>
              </a:rPr>
              <a:t>vais</a:t>
            </a:r>
          </a:p>
          <a:p xmlns:a="http://schemas.openxmlformats.org/drawingml/2006/main">
            <a:pPr>
              <a:defRPr sz="2400" b="1">
                <a:solidFill>
                  <a:srgbClr val="087E83"/>
                </a:solidFill>
                <a:latin typeface="DejaVu Sans"/>
                <a:ea typeface="DejaVu Sans"/>
                <a:cs typeface="DejaVu Sans"/>
              </a:defRPr>
            </a:pPr>
            <a:r>
              <a:rPr sz="2400" b="1">
                <a:solidFill>
                  <a:srgbClr val="087E83"/>
                </a:solidFill>
                <a:latin typeface="DejaVu Sans"/>
                <a:ea typeface="DejaVu Sans"/>
                <a:cs typeface="DejaVu Sans"/>
              </a:rPr>
              <a:t>fais</a:t>
            </a:r>
          </a:p>
        </p:txBody>
      </p:sp>
    </p:spTree>
    <p:extLst>
      <p:ext uri="{BB962C8B-B14F-4D97-AF65-F5344CB8AC3E}">
        <p14:creationId xmlns:p14="http://schemas.microsoft.com/office/powerpoint/2010/main" val="1665761886"/>
      </p:ext>
    </p:extLst>
  </p:cSld>
</p:sld>
</file>

<file path=ppt/slides/slide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78FEBA-45EB-4976-A1C4-D393C2CCE25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4F06DA-09F0-4EC2-B587-B203BD815AFD}"/>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Le jeu des mimes</a:t>
            </a:r>
          </a:p>
        </p:txBody>
      </p:sp>
      <p:sp>
        <p:nvSpPr>
          <p:cNvPr id="3" name="">
            <a:extLst xmlns:a="http://schemas.openxmlformats.org/drawingml/2006/main">
              <a:ext uri="{FF2B5EF4-FFF2-40B4-BE49-F238E27FC236}">
                <a16:creationId xmlns:a16="http://schemas.microsoft.com/office/drawing/2014/main" id="{4F109791-7E45-4E3B-9504-22330B01A479}"/>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Petits groupes de 3–4 : un mime, les autres devinent.</a:t>
            </a:r>
          </a:p>
        </p:txBody>
      </p:sp>
      <p:sp>
        <p:nvSpPr>
          <p:cNvPr id="4" name="">
            <a:extLst xmlns:a="http://schemas.openxmlformats.org/drawingml/2006/main">
              <a:ext uri="{FF2B5EF4-FFF2-40B4-BE49-F238E27FC236}">
                <a16:creationId xmlns:a16="http://schemas.microsoft.com/office/drawing/2014/main" id="{41BA27F5-7115-4008-8F8B-70490D2E3D2C}"/>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08529C-27A1-484E-AE7E-4EBB8CA45326}"/>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C96791F6-3EAF-41D6-A383-D71B1D4EF65C}"/>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08 / 18</a:t>
            </a:r>
          </a:p>
        </p:txBody>
      </p:sp>
      <p:sp>
        <p:nvSpPr>
          <p:cNvPr id="7" name="">
            <a:extLst xmlns:a="http://schemas.openxmlformats.org/drawingml/2006/main">
              <a:ext uri="{FF2B5EF4-FFF2-40B4-BE49-F238E27FC236}">
                <a16:creationId xmlns:a16="http://schemas.microsoft.com/office/drawing/2014/main" id="{C53EEDDF-A225-4D9A-9B5F-C26D1226171D}"/>
              </a:ext>
            </a:extLst>
          </p:cNvPr>
          <p:cNvSpPr>
            <a:spLocks xmlns:a="http://schemas.openxmlformats.org/drawingml/2006/main" noGrp="1"/>
          </p:cNvSpPr>
          <p:nvPr/>
        </p:nvSpPr>
        <p:spPr>
          <a:xfrm xmlns:a="http://schemas.openxmlformats.org/drawingml/2006/main">
            <a:off x="619125" y="2162175"/>
            <a:ext cx="7000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9384D"/>
                </a:solidFill>
                <a:latin typeface="DejaVu Sans"/>
                <a:ea typeface="DejaVu Sans"/>
                <a:cs typeface="DejaVu Sans"/>
              </a:defRPr>
            </a:defPPr>
          </a:lstStyle>
          <a:p xmlns:a="http://schemas.openxmlformats.org/drawingml/2006/main">
            <a:pPr>
              <a:defRPr sz="2550" b="0">
                <a:solidFill>
                  <a:srgbClr val="19384D"/>
                </a:solidFill>
                <a:latin typeface="DejaVu Sans"/>
                <a:ea typeface="DejaVu Sans"/>
                <a:cs typeface="DejaVu Sans"/>
              </a:defRPr>
            </a:pPr>
            <a:r>
              <a:rPr sz="2550" b="0">
                <a:solidFill>
                  <a:srgbClr val="19384D"/>
                </a:solidFill>
                <a:latin typeface="DejaVu Sans"/>
                <a:ea typeface="DejaVu Sans"/>
                <a:cs typeface="DejaVu Sans"/>
              </a:rPr>
              <a:t>1  Choisis une action en secret.</a:t>
            </a:r>
          </a:p>
          <a:p xmlns:a="http://schemas.openxmlformats.org/drawingml/2006/main">
            <a:pPr>
              <a:defRPr sz="2550" b="0">
                <a:solidFill>
                  <a:srgbClr val="19384D"/>
                </a:solidFill>
                <a:latin typeface="DejaVu Sans"/>
                <a:ea typeface="DejaVu Sans"/>
                <a:cs typeface="DejaVu Sans"/>
              </a:defRPr>
            </a:pPr>
            <a:r>
              <a:rPr sz="2550" b="0">
                <a:solidFill>
                  <a:srgbClr val="19384D"/>
                </a:solidFill>
                <a:latin typeface="DejaVu Sans"/>
                <a:ea typeface="DejaVu Sans"/>
                <a:cs typeface="DejaVu Sans"/>
              </a:rPr>
              <a:t>2  Mime l’action.</a:t>
            </a:r>
          </a:p>
          <a:p xmlns:a="http://schemas.openxmlformats.org/drawingml/2006/main">
            <a:pPr>
              <a:defRPr sz="2550" b="0">
                <a:solidFill>
                  <a:srgbClr val="19384D"/>
                </a:solidFill>
                <a:latin typeface="DejaVu Sans"/>
                <a:ea typeface="DejaVu Sans"/>
                <a:cs typeface="DejaVu Sans"/>
              </a:defRPr>
            </a:pPr>
            <a:r>
              <a:rPr sz="2550" b="0">
                <a:solidFill>
                  <a:srgbClr val="19384D"/>
                </a:solidFill>
                <a:latin typeface="DejaVu Sans"/>
                <a:ea typeface="DejaVu Sans"/>
                <a:cs typeface="DejaVu Sans"/>
              </a:rPr>
              <a:t>3  Ton groupe dit : « Je… »</a:t>
            </a:r>
          </a:p>
          <a:p xmlns:a="http://schemas.openxmlformats.org/drawingml/2006/main">
            <a:pPr>
              <a:defRPr sz="2550" b="0">
                <a:solidFill>
                  <a:srgbClr val="19384D"/>
                </a:solidFill>
                <a:latin typeface="DejaVu Sans"/>
                <a:ea typeface="DejaVu Sans"/>
                <a:cs typeface="DejaVu Sans"/>
              </a:defRPr>
            </a:pPr>
            <a:r>
              <a:rPr sz="2550" b="0">
                <a:solidFill>
                  <a:srgbClr val="19384D"/>
                </a:solidFill>
                <a:latin typeface="DejaVu Sans"/>
                <a:ea typeface="DejaVu Sans"/>
                <a:cs typeface="DejaVu Sans"/>
              </a:rPr>
              <a:t>4  Changez de rôle.</a:t>
            </a:r>
          </a:p>
        </p:txBody>
      </p:sp>
      <p:pic>
        <p:nvPicPr>
          <p:cNvPr id="8" name="">
            <a:extLst xmlns:a="http://schemas.openxmlformats.org/drawingml/2006/main">
              <a:ext uri="{FF2B5EF4-FFF2-40B4-BE49-F238E27FC236}">
                <a16:creationId xmlns:a16="http://schemas.microsoft.com/office/drawing/2014/main" id="{E6E6F8F4-0D7A-411F-98BF-68282AC48128}"/>
              </a:ext>
            </a:extLst>
          </p:cNvPr>
          <p:cNvPicPr>
            <a:picLocks xmlns:a="http://schemas.openxmlformats.org/drawingml/2006/main" noChangeAspect="1"/>
          </p:cNvPicPr>
          <p:nvPr/>
        </p:nvPicPr>
        <p:blipFill>
          <a:blip xmlns:r="http://schemas.openxmlformats.org/officeDocument/2006/relationships" xmlns:a="http://schemas.openxmlformats.org/drawingml/2006/main" r:embed="Rda83c13716bb48b5"/>
          <a:srcRect xmlns:a="http://schemas.openxmlformats.org/drawingml/2006/main" l="24265" t="0" r="24265" b="0"/>
          <a:stretch xmlns:a="http://schemas.openxmlformats.org/drawingml/2006/main">
            <a:fillRect l="0" t="0" r="0" b="0"/>
          </a:stretch>
        </p:blipFill>
        <p:spPr>
          <a:xfrm xmlns:a="http://schemas.openxmlformats.org/drawingml/2006/main">
            <a:off x="8286750" y="2076450"/>
            <a:ext cx="3333750" cy="3238500"/>
          </a:xfrm>
          <a:prstGeom xmlns:a="http://schemas.openxmlformats.org/drawingml/2006/main" prst="rect">
            <a:avLst/>
          </a:prstGeom>
        </p:spPr>
      </p:pic>
    </p:spTree>
    <p:extLst>
      <p:ext uri="{BB962C8B-B14F-4D97-AF65-F5344CB8AC3E}">
        <p14:creationId xmlns:p14="http://schemas.microsoft.com/office/powerpoint/2010/main" val="1182359962"/>
      </p:ext>
    </p:extLst>
  </p:cSld>
</p:sld>
</file>

<file path=ppt/slides/slide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259822-8CD4-47FD-87F0-C11D42A11A9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7F145D-31D8-46B2-9A2C-862A9ED46658}"/>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À l’écoute de Lina</a:t>
            </a:r>
          </a:p>
        </p:txBody>
      </p:sp>
      <p:sp>
        <p:nvSpPr>
          <p:cNvPr id="3" name="">
            <a:extLst xmlns:a="http://schemas.openxmlformats.org/drawingml/2006/main">
              <a:ext uri="{FF2B5EF4-FFF2-40B4-BE49-F238E27FC236}">
                <a16:creationId xmlns:a16="http://schemas.microsoft.com/office/drawing/2014/main" id="{6252A277-6678-43CE-8390-D16434AC15F4}"/>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Individuellement : écoute deux fois et note les lettres dans l’ordre.</a:t>
            </a:r>
          </a:p>
        </p:txBody>
      </p:sp>
      <p:sp>
        <p:nvSpPr>
          <p:cNvPr id="4" name="">
            <a:extLst xmlns:a="http://schemas.openxmlformats.org/drawingml/2006/main">
              <a:ext uri="{FF2B5EF4-FFF2-40B4-BE49-F238E27FC236}">
                <a16:creationId xmlns:a16="http://schemas.microsoft.com/office/drawing/2014/main" id="{FCC0C3C9-9DB6-412B-8685-6957D96ED705}"/>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654AA6-998E-4B0A-A359-EC59E8F208CC}"/>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4B6666AF-ABBB-47DF-9B4A-CFDB0A6214A7}"/>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09 / 18</a:t>
            </a:r>
          </a:p>
        </p:txBody>
      </p:sp>
      <p:pic>
        <p:nvPicPr>
          <p:cNvPr id="7" name="">
            <a:extLst xmlns:a="http://schemas.openxmlformats.org/drawingml/2006/main">
              <a:ext uri="{FF2B5EF4-FFF2-40B4-BE49-F238E27FC236}">
                <a16:creationId xmlns:a16="http://schemas.microsoft.com/office/drawing/2014/main" id="{46D76757-73A1-4C40-ADF1-82E8844FA023}"/>
              </a:ext>
            </a:extLst>
          </p:cNvPr>
          <p:cNvPicPr>
            <a:picLocks xmlns:a="http://schemas.openxmlformats.org/drawingml/2006/main" noChangeAspect="1"/>
          </p:cNvPicPr>
          <p:nvPr/>
        </p:nvPicPr>
        <p:blipFill>
          <a:blip xmlns:r="http://schemas.openxmlformats.org/officeDocument/2006/relationships" xmlns:a="http://schemas.openxmlformats.org/drawingml/2006/main" r:embed="R3bddf980f6864973"/>
          <a:srcRect xmlns:a="http://schemas.openxmlformats.org/drawingml/2006/main" l="20851" t="0" r="20851" b="0"/>
          <a:stretch xmlns:a="http://schemas.openxmlformats.org/drawingml/2006/main">
            <a:fillRect l="0" t="0" r="0" b="0"/>
          </a:stretch>
        </p:blipFill>
        <p:spPr>
          <a:xfrm xmlns:a="http://schemas.openxmlformats.org/drawingml/2006/main">
            <a:off x="571500" y="2095500"/>
            <a:ext cx="2609850" cy="2238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D558A97-C1E1-4635-B88A-AB39E4768190}"/>
              </a:ext>
            </a:extLst>
          </p:cNvPr>
          <p:cNvSpPr>
            <a:spLocks xmlns:a="http://schemas.openxmlformats.org/drawingml/2006/main" noGrp="1"/>
          </p:cNvSpPr>
          <p:nvPr/>
        </p:nvSpPr>
        <p:spPr>
          <a:xfrm xmlns:a="http://schemas.openxmlformats.org/drawingml/2006/main">
            <a:off x="571500" y="46196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E83"/>
                </a:solidFill>
                <a:latin typeface="DejaVu Sans"/>
                <a:ea typeface="DejaVu Sans"/>
                <a:cs typeface="DejaVu Sans"/>
              </a:defRPr>
            </a:defPPr>
          </a:lstStyle>
          <a:p xmlns:a="http://schemas.openxmlformats.org/drawingml/2006/main">
            <a:pPr>
              <a:defRPr sz="2850" b="1">
                <a:solidFill>
                  <a:srgbClr val="087E83"/>
                </a:solidFill>
                <a:latin typeface="DejaVu Sans"/>
                <a:ea typeface="DejaVu Sans"/>
                <a:cs typeface="DejaVu Sans"/>
              </a:defRPr>
            </a:pPr>
            <a:r>
              <a:rPr sz="2850" b="1">
                <a:solidFill>
                  <a:srgbClr val="087E83"/>
                </a:solidFill>
                <a:latin typeface="DejaVu Sans"/>
                <a:ea typeface="DejaVu Sans"/>
                <a:cs typeface="DejaVu Sans"/>
              </a:rPr>
              <a:t>A</a:t>
            </a:r>
          </a:p>
        </p:txBody>
      </p:sp>
      <p:pic>
        <p:nvPicPr>
          <p:cNvPr id="9" name="">
            <a:extLst xmlns:a="http://schemas.openxmlformats.org/drawingml/2006/main">
              <a:ext uri="{FF2B5EF4-FFF2-40B4-BE49-F238E27FC236}">
                <a16:creationId xmlns:a16="http://schemas.microsoft.com/office/drawing/2014/main" id="{7F7C3FBD-711F-428B-BFF7-7AD8DC1423DB}"/>
              </a:ext>
            </a:extLst>
          </p:cNvPr>
          <p:cNvPicPr>
            <a:picLocks xmlns:a="http://schemas.openxmlformats.org/drawingml/2006/main" noChangeAspect="1"/>
          </p:cNvPicPr>
          <p:nvPr/>
        </p:nvPicPr>
        <p:blipFill>
          <a:blip xmlns:r="http://schemas.openxmlformats.org/officeDocument/2006/relationships" xmlns:a="http://schemas.openxmlformats.org/drawingml/2006/main" r:embed="R65a1e94d14764fba"/>
          <a:srcRect xmlns:a="http://schemas.openxmlformats.org/drawingml/2006/main" l="20851" t="0" r="20851" b="0"/>
          <a:stretch xmlns:a="http://schemas.openxmlformats.org/drawingml/2006/main">
            <a:fillRect l="0" t="0" r="0" b="0"/>
          </a:stretch>
        </p:blipFill>
        <p:spPr>
          <a:xfrm xmlns:a="http://schemas.openxmlformats.org/drawingml/2006/main">
            <a:off x="3409950" y="2095500"/>
            <a:ext cx="260985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5AB8A20-B53D-4E6F-8D2C-221241369DA0}"/>
              </a:ext>
            </a:extLst>
          </p:cNvPr>
          <p:cNvSpPr>
            <a:spLocks xmlns:a="http://schemas.openxmlformats.org/drawingml/2006/main" noGrp="1"/>
          </p:cNvSpPr>
          <p:nvPr/>
        </p:nvSpPr>
        <p:spPr>
          <a:xfrm xmlns:a="http://schemas.openxmlformats.org/drawingml/2006/main">
            <a:off x="3409950" y="46196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E83"/>
                </a:solidFill>
                <a:latin typeface="DejaVu Sans"/>
                <a:ea typeface="DejaVu Sans"/>
                <a:cs typeface="DejaVu Sans"/>
              </a:defRPr>
            </a:defPPr>
          </a:lstStyle>
          <a:p xmlns:a="http://schemas.openxmlformats.org/drawingml/2006/main">
            <a:pPr>
              <a:defRPr sz="2850" b="1">
                <a:solidFill>
                  <a:srgbClr val="087E83"/>
                </a:solidFill>
                <a:latin typeface="DejaVu Sans"/>
                <a:ea typeface="DejaVu Sans"/>
                <a:cs typeface="DejaVu Sans"/>
              </a:defRPr>
            </a:pPr>
            <a:r>
              <a:rPr sz="2850" b="1">
                <a:solidFill>
                  <a:srgbClr val="087E83"/>
                </a:solidFill>
                <a:latin typeface="DejaVu Sans"/>
                <a:ea typeface="DejaVu Sans"/>
                <a:cs typeface="DejaVu Sans"/>
              </a:rPr>
              <a:t>B</a:t>
            </a:r>
          </a:p>
        </p:txBody>
      </p:sp>
      <p:pic>
        <p:nvPicPr>
          <p:cNvPr id="11" name="">
            <a:extLst xmlns:a="http://schemas.openxmlformats.org/drawingml/2006/main">
              <a:ext uri="{FF2B5EF4-FFF2-40B4-BE49-F238E27FC236}">
                <a16:creationId xmlns:a16="http://schemas.microsoft.com/office/drawing/2014/main" id="{8E169BD5-8183-42D5-866A-8C1380F04EB3}"/>
              </a:ext>
            </a:extLst>
          </p:cNvPr>
          <p:cNvPicPr>
            <a:picLocks xmlns:a="http://schemas.openxmlformats.org/drawingml/2006/main" noChangeAspect="1"/>
          </p:cNvPicPr>
          <p:nvPr/>
        </p:nvPicPr>
        <p:blipFill>
          <a:blip xmlns:r="http://schemas.openxmlformats.org/officeDocument/2006/relationships" xmlns:a="http://schemas.openxmlformats.org/drawingml/2006/main" r:embed="R56fc7941888746f7"/>
          <a:srcRect xmlns:a="http://schemas.openxmlformats.org/drawingml/2006/main" l="20851" t="0" r="20851" b="0"/>
          <a:stretch xmlns:a="http://schemas.openxmlformats.org/drawingml/2006/main">
            <a:fillRect l="0" t="0" r="0" b="0"/>
          </a:stretch>
        </p:blipFill>
        <p:spPr>
          <a:xfrm xmlns:a="http://schemas.openxmlformats.org/drawingml/2006/main">
            <a:off x="6248400" y="2095500"/>
            <a:ext cx="2609850" cy="22383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EE2FE40-9D31-4420-8184-87C527D131C7}"/>
              </a:ext>
            </a:extLst>
          </p:cNvPr>
          <p:cNvSpPr>
            <a:spLocks xmlns:a="http://schemas.openxmlformats.org/drawingml/2006/main" noGrp="1"/>
          </p:cNvSpPr>
          <p:nvPr/>
        </p:nvSpPr>
        <p:spPr>
          <a:xfrm xmlns:a="http://schemas.openxmlformats.org/drawingml/2006/main">
            <a:off x="6248400" y="46196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E83"/>
                </a:solidFill>
                <a:latin typeface="DejaVu Sans"/>
                <a:ea typeface="DejaVu Sans"/>
                <a:cs typeface="DejaVu Sans"/>
              </a:defRPr>
            </a:defPPr>
          </a:lstStyle>
          <a:p xmlns:a="http://schemas.openxmlformats.org/drawingml/2006/main">
            <a:pPr>
              <a:defRPr sz="2850" b="1">
                <a:solidFill>
                  <a:srgbClr val="087E83"/>
                </a:solidFill>
                <a:latin typeface="DejaVu Sans"/>
                <a:ea typeface="DejaVu Sans"/>
                <a:cs typeface="DejaVu Sans"/>
              </a:defRPr>
            </a:pPr>
            <a:r>
              <a:rPr sz="2850" b="1">
                <a:solidFill>
                  <a:srgbClr val="087E83"/>
                </a:solidFill>
                <a:latin typeface="DejaVu Sans"/>
                <a:ea typeface="DejaVu Sans"/>
                <a:cs typeface="DejaVu Sans"/>
              </a:rPr>
              <a:t>C</a:t>
            </a:r>
          </a:p>
        </p:txBody>
      </p:sp>
      <p:pic>
        <p:nvPicPr>
          <p:cNvPr id="13" name="">
            <a:extLst xmlns:a="http://schemas.openxmlformats.org/drawingml/2006/main">
              <a:ext uri="{FF2B5EF4-FFF2-40B4-BE49-F238E27FC236}">
                <a16:creationId xmlns:a16="http://schemas.microsoft.com/office/drawing/2014/main" id="{F7097754-07FA-469E-8F49-25F466F86CA3}"/>
              </a:ext>
            </a:extLst>
          </p:cNvPr>
          <p:cNvPicPr>
            <a:picLocks xmlns:a="http://schemas.openxmlformats.org/drawingml/2006/main" noChangeAspect="1"/>
          </p:cNvPicPr>
          <p:nvPr/>
        </p:nvPicPr>
        <p:blipFill>
          <a:blip xmlns:r="http://schemas.openxmlformats.org/officeDocument/2006/relationships" xmlns:a="http://schemas.openxmlformats.org/drawingml/2006/main" r:embed="Rdfea465460d24a6d"/>
          <a:srcRect xmlns:a="http://schemas.openxmlformats.org/drawingml/2006/main" l="20851" t="0" r="20851" b="0"/>
          <a:stretch xmlns:a="http://schemas.openxmlformats.org/drawingml/2006/main">
            <a:fillRect l="0" t="0" r="0" b="0"/>
          </a:stretch>
        </p:blipFill>
        <p:spPr>
          <a:xfrm xmlns:a="http://schemas.openxmlformats.org/drawingml/2006/main">
            <a:off x="9086850" y="2095500"/>
            <a:ext cx="260985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68769C3-AA21-4344-A40E-97E8B87BD333}"/>
              </a:ext>
            </a:extLst>
          </p:cNvPr>
          <p:cNvSpPr>
            <a:spLocks xmlns:a="http://schemas.openxmlformats.org/drawingml/2006/main" noGrp="1"/>
          </p:cNvSpPr>
          <p:nvPr/>
        </p:nvSpPr>
        <p:spPr>
          <a:xfrm xmlns:a="http://schemas.openxmlformats.org/drawingml/2006/main">
            <a:off x="9086850" y="46196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E83"/>
                </a:solidFill>
                <a:latin typeface="DejaVu Sans"/>
                <a:ea typeface="DejaVu Sans"/>
                <a:cs typeface="DejaVu Sans"/>
              </a:defRPr>
            </a:defPPr>
          </a:lstStyle>
          <a:p xmlns:a="http://schemas.openxmlformats.org/drawingml/2006/main">
            <a:pPr>
              <a:defRPr sz="2850" b="1">
                <a:solidFill>
                  <a:srgbClr val="087E83"/>
                </a:solidFill>
                <a:latin typeface="DejaVu Sans"/>
                <a:ea typeface="DejaVu Sans"/>
                <a:cs typeface="DejaVu Sans"/>
              </a:defRPr>
            </a:pPr>
            <a:r>
              <a:rPr sz="2850" b="1">
                <a:solidFill>
                  <a:srgbClr val="087E83"/>
                </a:solidFill>
                <a:latin typeface="DejaVu Sans"/>
                <a:ea typeface="DejaVu Sans"/>
                <a:cs typeface="DejaVu Sans"/>
              </a:rPr>
              <a:t>D</a:t>
            </a:r>
          </a:p>
        </p:txBody>
      </p:sp>
      <p:sp>
        <p:nvSpPr>
          <p:cNvPr id="15" name="">
            <a:extLst xmlns:a="http://schemas.openxmlformats.org/drawingml/2006/main">
              <a:ext uri="{FF2B5EF4-FFF2-40B4-BE49-F238E27FC236}">
                <a16:creationId xmlns:a16="http://schemas.microsoft.com/office/drawing/2014/main" id="{49E7E2CB-4D3C-48D6-B337-BDD132B51516}"/>
              </a:ext>
            </a:extLst>
          </p:cNvPr>
          <p:cNvSpPr>
            <a:spLocks xmlns:a="http://schemas.openxmlformats.org/drawingml/2006/main" noGrp="1"/>
          </p:cNvSpPr>
          <p:nvPr/>
        </p:nvSpPr>
        <p:spPr>
          <a:xfrm xmlns:a="http://schemas.openxmlformats.org/drawingml/2006/main">
            <a:off x="571500" y="549592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9384D"/>
                </a:solidFill>
                <a:latin typeface="DejaVu Sans"/>
                <a:ea typeface="DejaVu Sans"/>
                <a:cs typeface="DejaVu Sans"/>
              </a:defRPr>
            </a:defPPr>
          </a:lstStyle>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Ma réponse : ____   ____   ____   ____</a:t>
            </a:r>
          </a:p>
        </p:txBody>
      </p:sp>
    </p:spTree>
    <p:extLst>
      <p:ext uri="{BB962C8B-B14F-4D97-AF65-F5344CB8AC3E}">
        <p14:creationId xmlns:p14="http://schemas.microsoft.com/office/powerpoint/2010/main" val="455619707"/>
      </p:ext>
    </p:extLst>
  </p:cSld>
</p:sld>
</file>

<file path=ppt/slides/slide1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3E56FA-F0BB-40E3-8AAF-9DAEC9A3CEE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9D9558-A985-4A30-8CF2-BBC42A50AF15}"/>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La journée de Noé</a:t>
            </a:r>
          </a:p>
        </p:txBody>
      </p:sp>
      <p:sp>
        <p:nvSpPr>
          <p:cNvPr id="3" name="">
            <a:extLst xmlns:a="http://schemas.openxmlformats.org/drawingml/2006/main">
              <a:ext uri="{FF2B5EF4-FFF2-40B4-BE49-F238E27FC236}">
                <a16:creationId xmlns:a16="http://schemas.microsoft.com/office/drawing/2014/main" id="{0E0C5D84-516B-4F83-946B-3B7A9F528812}"/>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En binômes : lis et réponds.</a:t>
            </a:r>
          </a:p>
        </p:txBody>
      </p:sp>
      <p:sp>
        <p:nvSpPr>
          <p:cNvPr id="4" name="">
            <a:extLst xmlns:a="http://schemas.openxmlformats.org/drawingml/2006/main">
              <a:ext uri="{FF2B5EF4-FFF2-40B4-BE49-F238E27FC236}">
                <a16:creationId xmlns:a16="http://schemas.microsoft.com/office/drawing/2014/main" id="{11AED9D5-5FBD-4583-BF9F-20621EC88FB6}"/>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B9996A-5F5E-418E-B80B-B71BB64DD31C}"/>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79E79C24-0EAB-46B8-8437-CE74A8E34162}"/>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10 / 18</a:t>
            </a:r>
          </a:p>
        </p:txBody>
      </p:sp>
      <p:sp>
        <p:nvSpPr>
          <p:cNvPr id="7" name="">
            <a:extLst xmlns:a="http://schemas.openxmlformats.org/drawingml/2006/main">
              <a:ext uri="{FF2B5EF4-FFF2-40B4-BE49-F238E27FC236}">
                <a16:creationId xmlns:a16="http://schemas.microsoft.com/office/drawing/2014/main" id="{D4543C84-91D0-4860-974A-2B5DA1039E3D}"/>
              </a:ext>
            </a:extLst>
          </p:cNvPr>
          <p:cNvSpPr>
            <a:spLocks xmlns:a="http://schemas.openxmlformats.org/drawingml/2006/main" noGrp="1"/>
          </p:cNvSpPr>
          <p:nvPr/>
        </p:nvSpPr>
        <p:spPr>
          <a:xfrm xmlns:a="http://schemas.openxmlformats.org/drawingml/2006/main">
            <a:off x="571500" y="2133600"/>
            <a:ext cx="6191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9384D"/>
                </a:solidFill>
                <a:latin typeface="DejaVu Sans"/>
                <a:ea typeface="DejaVu Sans"/>
                <a:cs typeface="DejaVu Sans"/>
              </a:defRPr>
            </a:defPPr>
          </a:lstStyle>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Le matin, je vais à l’école.</a:t>
            </a:r>
          </a:p>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Après l’école, je joue.</a:t>
            </a:r>
          </a:p>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Le soir, je dîne. Puis, je lis.</a:t>
            </a:r>
          </a:p>
          <a:p xmlns:a="http://schemas.openxmlformats.org/drawingml/2006/main">
            <a:pPr>
              <a:defRPr sz="2400" b="0">
                <a:solidFill>
                  <a:srgbClr val="19384D"/>
                </a:solidFill>
                <a:latin typeface="DejaVu Sans"/>
                <a:ea typeface="DejaVu Sans"/>
                <a:cs typeface="DejaVu Sans"/>
              </a:defRPr>
            </a:pPr>
            <a:r>
              <a:rPr sz="2400" b="0">
                <a:solidFill>
                  <a:srgbClr val="19384D"/>
                </a:solidFill>
                <a:latin typeface="DejaVu Sans"/>
                <a:ea typeface="DejaVu Sans"/>
                <a:cs typeface="DejaVu Sans"/>
              </a:rPr>
              <a:t>Enfin, je me couche.</a:t>
            </a:r>
          </a:p>
        </p:txBody>
      </p:sp>
      <p:sp>
        <p:nvSpPr>
          <p:cNvPr id="8" name="">
            <a:extLst xmlns:a="http://schemas.openxmlformats.org/drawingml/2006/main">
              <a:ext uri="{FF2B5EF4-FFF2-40B4-BE49-F238E27FC236}">
                <a16:creationId xmlns:a16="http://schemas.microsoft.com/office/drawing/2014/main" id="{D31027EC-2AB5-4E03-84F6-5917AD1A4A81}"/>
              </a:ext>
            </a:extLst>
          </p:cNvPr>
          <p:cNvSpPr>
            <a:spLocks xmlns:a="http://schemas.openxmlformats.org/drawingml/2006/main" noGrp="1"/>
          </p:cNvSpPr>
          <p:nvPr/>
        </p:nvSpPr>
        <p:spPr>
          <a:xfrm xmlns:a="http://schemas.openxmlformats.org/drawingml/2006/main">
            <a:off x="7429500" y="2133600"/>
            <a:ext cx="4191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87E83"/>
                </a:solidFill>
                <a:latin typeface="DejaVu Sans"/>
                <a:ea typeface="DejaVu Sans"/>
                <a:cs typeface="DejaVu Sans"/>
              </a:defRPr>
            </a:defPPr>
          </a:lstStyle>
          <a:p xmlns:a="http://schemas.openxmlformats.org/drawingml/2006/main">
            <a:pPr>
              <a:defRPr sz="1950" b="0">
                <a:solidFill>
                  <a:srgbClr val="087E83"/>
                </a:solidFill>
                <a:latin typeface="DejaVu Sans"/>
                <a:ea typeface="DejaVu Sans"/>
                <a:cs typeface="DejaVu Sans"/>
              </a:defRPr>
            </a:pPr>
            <a:r>
              <a:rPr sz="1950" b="0">
                <a:solidFill>
                  <a:srgbClr val="087E83"/>
                </a:solidFill>
                <a:latin typeface="DejaVu Sans"/>
                <a:ea typeface="DejaVu Sans"/>
                <a:cs typeface="DejaVu Sans"/>
              </a:rPr>
              <a:t>1  Que fait Noé après l’école ?</a:t>
            </a:r>
          </a:p>
          <a:p xmlns:a="http://schemas.openxmlformats.org/drawingml/2006/main">
            <a:r>
              <a:t/>
            </a:r>
          </a:p>
          <a:p xmlns:a="http://schemas.openxmlformats.org/drawingml/2006/main">
            <a:pPr>
              <a:defRPr sz="1950" b="0">
                <a:solidFill>
                  <a:srgbClr val="087E83"/>
                </a:solidFill>
                <a:latin typeface="DejaVu Sans"/>
                <a:ea typeface="DejaVu Sans"/>
                <a:cs typeface="DejaVu Sans"/>
              </a:defRPr>
            </a:pPr>
            <a:r>
              <a:rPr sz="1950" b="0">
                <a:solidFill>
                  <a:srgbClr val="087E83"/>
                </a:solidFill>
                <a:latin typeface="DejaVu Sans"/>
                <a:ea typeface="DejaVu Sans"/>
                <a:cs typeface="DejaVu Sans"/>
              </a:rPr>
              <a:t>2  Quand lit-il ?</a:t>
            </a:r>
          </a:p>
          <a:p xmlns:a="http://schemas.openxmlformats.org/drawingml/2006/main">
            <a:r>
              <a:t/>
            </a:r>
          </a:p>
          <a:p xmlns:a="http://schemas.openxmlformats.org/drawingml/2006/main">
            <a:pPr>
              <a:defRPr sz="1950" b="0">
                <a:solidFill>
                  <a:srgbClr val="087E83"/>
                </a:solidFill>
                <a:latin typeface="DejaVu Sans"/>
                <a:ea typeface="DejaVu Sans"/>
                <a:cs typeface="DejaVu Sans"/>
              </a:defRPr>
            </a:pPr>
            <a:r>
              <a:rPr sz="1950" b="0">
                <a:solidFill>
                  <a:srgbClr val="087E83"/>
                </a:solidFill>
                <a:latin typeface="DejaVu Sans"/>
                <a:ea typeface="DejaVu Sans"/>
                <a:cs typeface="DejaVu Sans"/>
              </a:rPr>
              <a:t>3  Que fait-il avant de lire ?</a:t>
            </a:r>
          </a:p>
        </p:txBody>
      </p:sp>
    </p:spTree>
    <p:extLst>
      <p:ext uri="{BB962C8B-B14F-4D97-AF65-F5344CB8AC3E}">
        <p14:creationId xmlns:p14="http://schemas.microsoft.com/office/powerpoint/2010/main" val="689014760"/>
      </p:ext>
    </p:extLst>
  </p:cSld>
</p:sld>
</file>

<file path=ppt/slides/slide1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69C9E7A-B55F-4055-A616-AD5E4959A18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32C47D-0F56-4767-B1AB-64C8FC4C6728}"/>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Une routine dans l’ordre</a:t>
            </a:r>
          </a:p>
        </p:txBody>
      </p:sp>
      <p:sp>
        <p:nvSpPr>
          <p:cNvPr id="3" name="">
            <a:extLst xmlns:a="http://schemas.openxmlformats.org/drawingml/2006/main">
              <a:ext uri="{FF2B5EF4-FFF2-40B4-BE49-F238E27FC236}">
                <a16:creationId xmlns:a16="http://schemas.microsoft.com/office/drawing/2014/main" id="{5351BA75-D2F2-465B-84E5-41015F90D737}"/>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En binômes : raconte cette routine avec les lettres.</a:t>
            </a:r>
          </a:p>
        </p:txBody>
      </p:sp>
      <p:sp>
        <p:nvSpPr>
          <p:cNvPr id="4" name="">
            <a:extLst xmlns:a="http://schemas.openxmlformats.org/drawingml/2006/main">
              <a:ext uri="{FF2B5EF4-FFF2-40B4-BE49-F238E27FC236}">
                <a16:creationId xmlns:a16="http://schemas.microsoft.com/office/drawing/2014/main" id="{7701E805-1BA8-46B8-A92C-7DADEC5FA938}"/>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44CC6D-CAD6-499E-8F25-48297E677F42}"/>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9B55E332-F957-4568-88C7-1FFBA579D6FD}"/>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11 / 18</a:t>
            </a:r>
          </a:p>
        </p:txBody>
      </p:sp>
      <p:pic>
        <p:nvPicPr>
          <p:cNvPr id="7" name="">
            <a:extLst xmlns:a="http://schemas.openxmlformats.org/drawingml/2006/main">
              <a:ext uri="{FF2B5EF4-FFF2-40B4-BE49-F238E27FC236}">
                <a16:creationId xmlns:a16="http://schemas.microsoft.com/office/drawing/2014/main" id="{21293F07-8D36-45FF-B0AC-67E092289BE8}"/>
              </a:ext>
            </a:extLst>
          </p:cNvPr>
          <p:cNvPicPr>
            <a:picLocks xmlns:a="http://schemas.openxmlformats.org/drawingml/2006/main" noChangeAspect="1"/>
          </p:cNvPicPr>
          <p:nvPr/>
        </p:nvPicPr>
        <p:blipFill>
          <a:blip xmlns:r="http://schemas.openxmlformats.org/officeDocument/2006/relationships" xmlns:a="http://schemas.openxmlformats.org/drawingml/2006/main" r:embed="R47f071fdf4874337"/>
          <a:srcRect xmlns:a="http://schemas.openxmlformats.org/drawingml/2006/main" l="20217" t="0" r="20217" b="0"/>
          <a:stretch xmlns:a="http://schemas.openxmlformats.org/drawingml/2006/main">
            <a:fillRect l="0" t="0" r="0" b="0"/>
          </a:stretch>
        </p:blipFill>
        <p:spPr>
          <a:xfrm xmlns:a="http://schemas.openxmlformats.org/drawingml/2006/main">
            <a:off x="571500" y="2095500"/>
            <a:ext cx="2609850" cy="2190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B4A01C7-CF26-4565-980D-9E9D1DB563AC}"/>
              </a:ext>
            </a:extLst>
          </p:cNvPr>
          <p:cNvSpPr>
            <a:spLocks xmlns:a="http://schemas.openxmlformats.org/drawingml/2006/main" noGrp="1"/>
          </p:cNvSpPr>
          <p:nvPr/>
        </p:nvSpPr>
        <p:spPr>
          <a:xfrm xmlns:a="http://schemas.openxmlformats.org/drawingml/2006/main">
            <a:off x="571500" y="45053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3"/>
                </a:solidFill>
                <a:latin typeface="DejaVu Sans"/>
                <a:ea typeface="DejaVu Sans"/>
                <a:cs typeface="DejaVu Sans"/>
              </a:defRPr>
            </a:defPPr>
          </a:lstStyle>
          <a:p xmlns:a="http://schemas.openxmlformats.org/drawingml/2006/main">
            <a:pPr>
              <a:defRPr sz="2700" b="1">
                <a:solidFill>
                  <a:srgbClr val="087E83"/>
                </a:solidFill>
                <a:latin typeface="DejaVu Sans"/>
                <a:ea typeface="DejaVu Sans"/>
                <a:cs typeface="DejaVu Sans"/>
              </a:defRPr>
            </a:pPr>
            <a:r>
              <a:rPr sz="2700" b="1">
                <a:solidFill>
                  <a:srgbClr val="087E83"/>
                </a:solidFill>
                <a:latin typeface="DejaVu Sans"/>
                <a:ea typeface="DejaVu Sans"/>
                <a:cs typeface="DejaVu Sans"/>
              </a:rPr>
              <a:t>A</a:t>
            </a:r>
          </a:p>
        </p:txBody>
      </p:sp>
      <p:pic>
        <p:nvPicPr>
          <p:cNvPr id="9" name="">
            <a:extLst xmlns:a="http://schemas.openxmlformats.org/drawingml/2006/main">
              <a:ext uri="{FF2B5EF4-FFF2-40B4-BE49-F238E27FC236}">
                <a16:creationId xmlns:a16="http://schemas.microsoft.com/office/drawing/2014/main" id="{DB3D6103-EF2E-4AAF-B3E5-98BD9D7D494B}"/>
              </a:ext>
            </a:extLst>
          </p:cNvPr>
          <p:cNvPicPr>
            <a:picLocks xmlns:a="http://schemas.openxmlformats.org/drawingml/2006/main" noChangeAspect="1"/>
          </p:cNvPicPr>
          <p:nvPr/>
        </p:nvPicPr>
        <p:blipFill>
          <a:blip xmlns:r="http://schemas.openxmlformats.org/officeDocument/2006/relationships" xmlns:a="http://schemas.openxmlformats.org/drawingml/2006/main" r:embed="Rd6fef3d312e849b9"/>
          <a:srcRect xmlns:a="http://schemas.openxmlformats.org/drawingml/2006/main" l="20217" t="0" r="20217" b="0"/>
          <a:stretch xmlns:a="http://schemas.openxmlformats.org/drawingml/2006/main">
            <a:fillRect l="0" t="0" r="0" b="0"/>
          </a:stretch>
        </p:blipFill>
        <p:spPr>
          <a:xfrm xmlns:a="http://schemas.openxmlformats.org/drawingml/2006/main">
            <a:off x="3409950" y="2095500"/>
            <a:ext cx="2609850" cy="2190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7A28768-7D3A-411F-B25E-EE093ACBDD83}"/>
              </a:ext>
            </a:extLst>
          </p:cNvPr>
          <p:cNvSpPr>
            <a:spLocks xmlns:a="http://schemas.openxmlformats.org/drawingml/2006/main" noGrp="1"/>
          </p:cNvSpPr>
          <p:nvPr/>
        </p:nvSpPr>
        <p:spPr>
          <a:xfrm xmlns:a="http://schemas.openxmlformats.org/drawingml/2006/main">
            <a:off x="3409950" y="45053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3"/>
                </a:solidFill>
                <a:latin typeface="DejaVu Sans"/>
                <a:ea typeface="DejaVu Sans"/>
                <a:cs typeface="DejaVu Sans"/>
              </a:defRPr>
            </a:defPPr>
          </a:lstStyle>
          <a:p xmlns:a="http://schemas.openxmlformats.org/drawingml/2006/main">
            <a:pPr>
              <a:defRPr sz="2700" b="1">
                <a:solidFill>
                  <a:srgbClr val="087E83"/>
                </a:solidFill>
                <a:latin typeface="DejaVu Sans"/>
                <a:ea typeface="DejaVu Sans"/>
                <a:cs typeface="DejaVu Sans"/>
              </a:defRPr>
            </a:pPr>
            <a:r>
              <a:rPr sz="2700" b="1">
                <a:solidFill>
                  <a:srgbClr val="087E83"/>
                </a:solidFill>
                <a:latin typeface="DejaVu Sans"/>
                <a:ea typeface="DejaVu Sans"/>
                <a:cs typeface="DejaVu Sans"/>
              </a:rPr>
              <a:t>B</a:t>
            </a:r>
          </a:p>
        </p:txBody>
      </p:sp>
      <p:pic>
        <p:nvPicPr>
          <p:cNvPr id="11" name="">
            <a:extLst xmlns:a="http://schemas.openxmlformats.org/drawingml/2006/main">
              <a:ext uri="{FF2B5EF4-FFF2-40B4-BE49-F238E27FC236}">
                <a16:creationId xmlns:a16="http://schemas.microsoft.com/office/drawing/2014/main" id="{7170550C-9B05-4873-88D0-7C3A01A2BF75}"/>
              </a:ext>
            </a:extLst>
          </p:cNvPr>
          <p:cNvPicPr>
            <a:picLocks xmlns:a="http://schemas.openxmlformats.org/drawingml/2006/main" noChangeAspect="1"/>
          </p:cNvPicPr>
          <p:nvPr/>
        </p:nvPicPr>
        <p:blipFill>
          <a:blip xmlns:r="http://schemas.openxmlformats.org/officeDocument/2006/relationships" xmlns:a="http://schemas.openxmlformats.org/drawingml/2006/main" r:embed="R3e6e6779848443af"/>
          <a:srcRect xmlns:a="http://schemas.openxmlformats.org/drawingml/2006/main" l="20217" t="0" r="20217" b="0"/>
          <a:stretch xmlns:a="http://schemas.openxmlformats.org/drawingml/2006/main">
            <a:fillRect l="0" t="0" r="0" b="0"/>
          </a:stretch>
        </p:blipFill>
        <p:spPr>
          <a:xfrm xmlns:a="http://schemas.openxmlformats.org/drawingml/2006/main">
            <a:off x="6248400" y="2095500"/>
            <a:ext cx="2609850" cy="2190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1E2ACF0-DFCD-4AA1-BFE6-A496EE6F9C03}"/>
              </a:ext>
            </a:extLst>
          </p:cNvPr>
          <p:cNvSpPr>
            <a:spLocks xmlns:a="http://schemas.openxmlformats.org/drawingml/2006/main" noGrp="1"/>
          </p:cNvSpPr>
          <p:nvPr/>
        </p:nvSpPr>
        <p:spPr>
          <a:xfrm xmlns:a="http://schemas.openxmlformats.org/drawingml/2006/main">
            <a:off x="6248400" y="45053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3"/>
                </a:solidFill>
                <a:latin typeface="DejaVu Sans"/>
                <a:ea typeface="DejaVu Sans"/>
                <a:cs typeface="DejaVu Sans"/>
              </a:defRPr>
            </a:defPPr>
          </a:lstStyle>
          <a:p xmlns:a="http://schemas.openxmlformats.org/drawingml/2006/main">
            <a:pPr>
              <a:defRPr sz="2700" b="1">
                <a:solidFill>
                  <a:srgbClr val="087E83"/>
                </a:solidFill>
                <a:latin typeface="DejaVu Sans"/>
                <a:ea typeface="DejaVu Sans"/>
                <a:cs typeface="DejaVu Sans"/>
              </a:defRPr>
            </a:pPr>
            <a:r>
              <a:rPr sz="2700" b="1">
                <a:solidFill>
                  <a:srgbClr val="087E83"/>
                </a:solidFill>
                <a:latin typeface="DejaVu Sans"/>
                <a:ea typeface="DejaVu Sans"/>
                <a:cs typeface="DejaVu Sans"/>
              </a:rPr>
              <a:t>C</a:t>
            </a:r>
          </a:p>
        </p:txBody>
      </p:sp>
      <p:pic>
        <p:nvPicPr>
          <p:cNvPr id="13" name="">
            <a:extLst xmlns:a="http://schemas.openxmlformats.org/drawingml/2006/main">
              <a:ext uri="{FF2B5EF4-FFF2-40B4-BE49-F238E27FC236}">
                <a16:creationId xmlns:a16="http://schemas.microsoft.com/office/drawing/2014/main" id="{C1006765-F684-4254-B376-F4E3365731FC}"/>
              </a:ext>
            </a:extLst>
          </p:cNvPr>
          <p:cNvPicPr>
            <a:picLocks xmlns:a="http://schemas.openxmlformats.org/drawingml/2006/main" noChangeAspect="1"/>
          </p:cNvPicPr>
          <p:nvPr/>
        </p:nvPicPr>
        <p:blipFill>
          <a:blip xmlns:r="http://schemas.openxmlformats.org/officeDocument/2006/relationships" xmlns:a="http://schemas.openxmlformats.org/drawingml/2006/main" r:embed="R3f81133e76b1495d"/>
          <a:srcRect xmlns:a="http://schemas.openxmlformats.org/drawingml/2006/main" l="20217" t="0" r="20217" b="0"/>
          <a:stretch xmlns:a="http://schemas.openxmlformats.org/drawingml/2006/main">
            <a:fillRect l="0" t="0" r="0" b="0"/>
          </a:stretch>
        </p:blipFill>
        <p:spPr>
          <a:xfrm xmlns:a="http://schemas.openxmlformats.org/drawingml/2006/main">
            <a:off x="9086850" y="2095500"/>
            <a:ext cx="2609850" cy="2190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A76686F-DF7B-45DA-868F-F6F2CBD39D7A}"/>
              </a:ext>
            </a:extLst>
          </p:cNvPr>
          <p:cNvSpPr>
            <a:spLocks xmlns:a="http://schemas.openxmlformats.org/drawingml/2006/main" noGrp="1"/>
          </p:cNvSpPr>
          <p:nvPr/>
        </p:nvSpPr>
        <p:spPr>
          <a:xfrm xmlns:a="http://schemas.openxmlformats.org/drawingml/2006/main">
            <a:off x="9086850" y="4505325"/>
            <a:ext cx="2609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3"/>
                </a:solidFill>
                <a:latin typeface="DejaVu Sans"/>
                <a:ea typeface="DejaVu Sans"/>
                <a:cs typeface="DejaVu Sans"/>
              </a:defRPr>
            </a:defPPr>
          </a:lstStyle>
          <a:p xmlns:a="http://schemas.openxmlformats.org/drawingml/2006/main">
            <a:pPr>
              <a:defRPr sz="2700" b="1">
                <a:solidFill>
                  <a:srgbClr val="087E83"/>
                </a:solidFill>
                <a:latin typeface="DejaVu Sans"/>
                <a:ea typeface="DejaVu Sans"/>
                <a:cs typeface="DejaVu Sans"/>
              </a:defRPr>
            </a:pPr>
            <a:r>
              <a:rPr sz="2700" b="1">
                <a:solidFill>
                  <a:srgbClr val="087E83"/>
                </a:solidFill>
                <a:latin typeface="DejaVu Sans"/>
                <a:ea typeface="DejaVu Sans"/>
                <a:cs typeface="DejaVu Sans"/>
              </a:rPr>
              <a:t>D</a:t>
            </a:r>
          </a:p>
        </p:txBody>
      </p:sp>
      <p:sp>
        <p:nvSpPr>
          <p:cNvPr id="15" name="">
            <a:extLst xmlns:a="http://schemas.openxmlformats.org/drawingml/2006/main">
              <a:ext uri="{FF2B5EF4-FFF2-40B4-BE49-F238E27FC236}">
                <a16:creationId xmlns:a16="http://schemas.microsoft.com/office/drawing/2014/main" id="{526C7427-D83C-4AEE-B97D-6177693EB348}"/>
              </a:ext>
            </a:extLst>
          </p:cNvPr>
          <p:cNvSpPr>
            <a:spLocks xmlns:a="http://schemas.openxmlformats.org/drawingml/2006/main" noGrp="1"/>
          </p:cNvSpPr>
          <p:nvPr/>
        </p:nvSpPr>
        <p:spPr>
          <a:xfrm xmlns:a="http://schemas.openxmlformats.org/drawingml/2006/main">
            <a:off x="571500" y="54102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344B"/>
                </a:solidFill>
                <a:latin typeface="DejaVu Sans"/>
                <a:ea typeface="DejaVu Sans"/>
                <a:cs typeface="DejaVu Sans"/>
              </a:defRPr>
            </a:defPPr>
          </a:lstStyle>
          <a:p xmlns:a="http://schemas.openxmlformats.org/drawingml/2006/main">
            <a:pPr>
              <a:defRPr sz="2325" b="1">
                <a:solidFill>
                  <a:srgbClr val="14344B"/>
                </a:solidFill>
                <a:latin typeface="DejaVu Sans"/>
                <a:ea typeface="DejaVu Sans"/>
                <a:cs typeface="DejaVu Sans"/>
              </a:defRPr>
            </a:pPr>
            <a:r>
              <a:rPr sz="2325" b="1">
                <a:solidFill>
                  <a:srgbClr val="14344B"/>
                </a:solidFill>
                <a:latin typeface="DejaVu Sans"/>
                <a:ea typeface="DejaVu Sans"/>
                <a:cs typeface="DejaVu Sans"/>
              </a:rPr>
              <a:t>D’abord…   Ensuite…   Puis…   Enfin…</a:t>
            </a:r>
          </a:p>
        </p:txBody>
      </p:sp>
    </p:spTree>
    <p:extLst>
      <p:ext uri="{BB962C8B-B14F-4D97-AF65-F5344CB8AC3E}">
        <p14:creationId xmlns:p14="http://schemas.microsoft.com/office/powerpoint/2010/main" val="31343463"/>
      </p:ext>
    </p:extLst>
  </p:cSld>
</p:sld>
</file>

<file path=ppt/slides/slide1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FDF87F-81D9-414C-9668-544ECD3DDB8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F8371C-2507-46E3-92F7-6BAE63FBDBA9}"/>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Notre dialogue</a:t>
            </a:r>
          </a:p>
        </p:txBody>
      </p:sp>
      <p:sp>
        <p:nvSpPr>
          <p:cNvPr id="3" name="">
            <a:extLst xmlns:a="http://schemas.openxmlformats.org/drawingml/2006/main">
              <a:ext uri="{FF2B5EF4-FFF2-40B4-BE49-F238E27FC236}">
                <a16:creationId xmlns:a16="http://schemas.microsoft.com/office/drawing/2014/main" id="{89CCF97D-DA05-4A5B-B9F0-DBFCB55C9DCB}"/>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En binômes : A pose la question, B répond. Puis inversez.</a:t>
            </a:r>
          </a:p>
        </p:txBody>
      </p:sp>
      <p:sp>
        <p:nvSpPr>
          <p:cNvPr id="4" name="">
            <a:extLst xmlns:a="http://schemas.openxmlformats.org/drawingml/2006/main">
              <a:ext uri="{FF2B5EF4-FFF2-40B4-BE49-F238E27FC236}">
                <a16:creationId xmlns:a16="http://schemas.microsoft.com/office/drawing/2014/main" id="{1E517247-3239-41E9-82BA-24A29CD6B0AD}"/>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B3B762-045B-4243-AB9A-F03AAAB66149}"/>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74E9F3F8-5071-457C-BF31-3EC6EB1A1A45}"/>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12 / 18</a:t>
            </a:r>
          </a:p>
        </p:txBody>
      </p:sp>
      <p:sp>
        <p:nvSpPr>
          <p:cNvPr id="7" name="">
            <a:extLst xmlns:a="http://schemas.openxmlformats.org/drawingml/2006/main">
              <a:ext uri="{FF2B5EF4-FFF2-40B4-BE49-F238E27FC236}">
                <a16:creationId xmlns:a16="http://schemas.microsoft.com/office/drawing/2014/main" id="{3FAF5096-180E-4DDF-B3B7-216373C74B0C}"/>
              </a:ext>
            </a:extLst>
          </p:cNvPr>
          <p:cNvSpPr>
            <a:spLocks xmlns:a="http://schemas.openxmlformats.org/drawingml/2006/main" noGrp="1"/>
          </p:cNvSpPr>
          <p:nvPr/>
        </p:nvSpPr>
        <p:spPr>
          <a:xfrm xmlns:a="http://schemas.openxmlformats.org/drawingml/2006/main">
            <a:off x="619125" y="2076450"/>
            <a:ext cx="7477125"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384D"/>
                </a:solidFill>
                <a:latin typeface="DejaVu Sans"/>
                <a:ea typeface="DejaVu Sans"/>
                <a:cs typeface="DejaVu Sans"/>
              </a:defRPr>
            </a:defPPr>
          </a:lstStyle>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A : Que fais-tu le matin ?</a:t>
            </a:r>
          </a:p>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B : Je prends mon petit-déjeuner.</a:t>
            </a:r>
          </a:p>
          <a:p xmlns:a="http://schemas.openxmlformats.org/drawingml/2006/main">
            <a:r>
              <a:t/>
            </a:r>
          </a:p>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A : Que fais-tu le soir ?</a:t>
            </a:r>
          </a:p>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B : Je lis. Et toi ?</a:t>
            </a:r>
          </a:p>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A : Je me couche.</a:t>
            </a:r>
          </a:p>
        </p:txBody>
      </p:sp>
      <p:pic>
        <p:nvPicPr>
          <p:cNvPr id="8" name="">
            <a:extLst xmlns:a="http://schemas.openxmlformats.org/drawingml/2006/main">
              <a:ext uri="{FF2B5EF4-FFF2-40B4-BE49-F238E27FC236}">
                <a16:creationId xmlns:a16="http://schemas.microsoft.com/office/drawing/2014/main" id="{B94EC7BD-8A71-46F1-A743-6A6D2EE9BE91}"/>
              </a:ext>
            </a:extLst>
          </p:cNvPr>
          <p:cNvPicPr>
            <a:picLocks xmlns:a="http://schemas.openxmlformats.org/drawingml/2006/main" noChangeAspect="1"/>
          </p:cNvPicPr>
          <p:nvPr/>
        </p:nvPicPr>
        <p:blipFill>
          <a:blip xmlns:r="http://schemas.openxmlformats.org/officeDocument/2006/relationships" xmlns:a="http://schemas.openxmlformats.org/drawingml/2006/main" r:embed="Rf9eba15b41954412"/>
          <a:srcRect xmlns:a="http://schemas.openxmlformats.org/drawingml/2006/main" l="25373" t="0" r="25373" b="0"/>
          <a:stretch xmlns:a="http://schemas.openxmlformats.org/drawingml/2006/main">
            <a:fillRect l="0" t="0" r="0" b="0"/>
          </a:stretch>
        </p:blipFill>
        <p:spPr>
          <a:xfrm xmlns:a="http://schemas.openxmlformats.org/drawingml/2006/main">
            <a:off x="8477250" y="2143125"/>
            <a:ext cx="3143250" cy="3190875"/>
          </a:xfrm>
          <a:prstGeom xmlns:a="http://schemas.openxmlformats.org/drawingml/2006/main" prst="rect">
            <a:avLst/>
          </a:prstGeom>
        </p:spPr>
      </p:pic>
    </p:spTree>
    <p:extLst>
      <p:ext uri="{BB962C8B-B14F-4D97-AF65-F5344CB8AC3E}">
        <p14:creationId xmlns:p14="http://schemas.microsoft.com/office/powerpoint/2010/main" val="1376434164"/>
      </p:ext>
    </p:extLst>
  </p:cSld>
</p:sld>
</file>

<file path=ppt/slides/slide1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C7E7C7-F1A1-44CF-A5E2-BFA29EC37FB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1911A7-B13F-490A-AD87-72E0AA2CB648}"/>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Ma routine, avec mes aides</a:t>
            </a:r>
          </a:p>
        </p:txBody>
      </p:sp>
      <p:sp>
        <p:nvSpPr>
          <p:cNvPr id="3" name="">
            <a:extLst xmlns:a="http://schemas.openxmlformats.org/drawingml/2006/main">
              <a:ext uri="{FF2B5EF4-FFF2-40B4-BE49-F238E27FC236}">
                <a16:creationId xmlns:a16="http://schemas.microsoft.com/office/drawing/2014/main" id="{042946DE-2849-4580-9205-B8937C7FDDB3}"/>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Individuellement, puis en binômes : prépare quatre actions.</a:t>
            </a:r>
          </a:p>
        </p:txBody>
      </p:sp>
      <p:sp>
        <p:nvSpPr>
          <p:cNvPr id="4" name="">
            <a:extLst xmlns:a="http://schemas.openxmlformats.org/drawingml/2006/main">
              <a:ext uri="{FF2B5EF4-FFF2-40B4-BE49-F238E27FC236}">
                <a16:creationId xmlns:a16="http://schemas.microsoft.com/office/drawing/2014/main" id="{03C3F2FA-A428-4EA1-9157-890C7AB944C3}"/>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1E6DDF-54AB-4236-83CB-655CAC0E7D92}"/>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32BFE291-FE2E-48C9-8D3F-86695B42FAB8}"/>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13 / 18</a:t>
            </a:r>
          </a:p>
        </p:txBody>
      </p:sp>
      <p:sp>
        <p:nvSpPr>
          <p:cNvPr id="7" name="">
            <a:extLst xmlns:a="http://schemas.openxmlformats.org/drawingml/2006/main">
              <a:ext uri="{FF2B5EF4-FFF2-40B4-BE49-F238E27FC236}">
                <a16:creationId xmlns:a16="http://schemas.microsoft.com/office/drawing/2014/main" id="{62E08723-1189-435E-B6B7-42C97AD23090}"/>
              </a:ext>
            </a:extLst>
          </p:cNvPr>
          <p:cNvSpPr>
            <a:spLocks xmlns:a="http://schemas.openxmlformats.org/drawingml/2006/main" noGrp="1"/>
          </p:cNvSpPr>
          <p:nvPr/>
        </p:nvSpPr>
        <p:spPr>
          <a:xfrm xmlns:a="http://schemas.openxmlformats.org/drawingml/2006/main">
            <a:off x="571500" y="2047875"/>
            <a:ext cx="3524250" cy="66675"/>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5F4516-FFF9-4AC8-B8E2-EFED94D4BF70}"/>
              </a:ext>
            </a:extLst>
          </p:cNvPr>
          <p:cNvSpPr>
            <a:spLocks xmlns:a="http://schemas.openxmlformats.org/drawingml/2006/main" noGrp="1"/>
          </p:cNvSpPr>
          <p:nvPr/>
        </p:nvSpPr>
        <p:spPr>
          <a:xfrm xmlns:a="http://schemas.openxmlformats.org/drawingml/2006/main">
            <a:off x="571500" y="23526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344B"/>
                </a:solidFill>
                <a:latin typeface="DejaVu Sans"/>
                <a:ea typeface="DejaVu Sans"/>
                <a:cs typeface="DejaVu Sans"/>
              </a:defRPr>
            </a:defPPr>
          </a:lstStyle>
          <a:p xmlns:a="http://schemas.openxmlformats.org/drawingml/2006/main">
            <a:pPr>
              <a:defRPr sz="2100" b="1">
                <a:solidFill>
                  <a:srgbClr val="14344B"/>
                </a:solidFill>
                <a:latin typeface="DejaVu Sans"/>
                <a:ea typeface="DejaVu Sans"/>
                <a:cs typeface="DejaVu Sans"/>
              </a:defRPr>
            </a:pPr>
            <a:r>
              <a:rPr sz="2100" b="1">
                <a:solidFill>
                  <a:srgbClr val="14344B"/>
                </a:solidFill>
                <a:latin typeface="DejaVu Sans"/>
                <a:ea typeface="DejaVu Sans"/>
                <a:cs typeface="DejaVu Sans"/>
              </a:rPr>
              <a:t>Avec les images</a:t>
            </a:r>
          </a:p>
        </p:txBody>
      </p:sp>
      <p:sp>
        <p:nvSpPr>
          <p:cNvPr id="9" name="">
            <a:extLst xmlns:a="http://schemas.openxmlformats.org/drawingml/2006/main">
              <a:ext uri="{FF2B5EF4-FFF2-40B4-BE49-F238E27FC236}">
                <a16:creationId xmlns:a16="http://schemas.microsoft.com/office/drawing/2014/main" id="{9CA68C96-1A8E-4C94-B73A-29AAC7EF7D40}"/>
              </a:ext>
            </a:extLst>
          </p:cNvPr>
          <p:cNvSpPr>
            <a:spLocks xmlns:a="http://schemas.openxmlformats.org/drawingml/2006/main" noGrp="1"/>
          </p:cNvSpPr>
          <p:nvPr/>
        </p:nvSpPr>
        <p:spPr>
          <a:xfrm xmlns:a="http://schemas.openxmlformats.org/drawingml/2006/main">
            <a:off x="571500" y="3219450"/>
            <a:ext cx="3524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84D"/>
                </a:solidFill>
                <a:latin typeface="DejaVu Sans"/>
                <a:ea typeface="DejaVu Sans"/>
                <a:cs typeface="DejaVu Sans"/>
              </a:defRPr>
            </a:defPPr>
          </a:lstStyle>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Je pointe une image.</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Je dis : « Je… »</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Je recommence 4 fois.</a:t>
            </a:r>
          </a:p>
        </p:txBody>
      </p:sp>
      <p:sp>
        <p:nvSpPr>
          <p:cNvPr id="10" name="">
            <a:extLst xmlns:a="http://schemas.openxmlformats.org/drawingml/2006/main">
              <a:ext uri="{FF2B5EF4-FFF2-40B4-BE49-F238E27FC236}">
                <a16:creationId xmlns:a16="http://schemas.microsoft.com/office/drawing/2014/main" id="{EEB424B8-6D51-44DE-BBEF-A3AB2A8DB350}"/>
              </a:ext>
            </a:extLst>
          </p:cNvPr>
          <p:cNvSpPr>
            <a:spLocks xmlns:a="http://schemas.openxmlformats.org/drawingml/2006/main" noGrp="1"/>
          </p:cNvSpPr>
          <p:nvPr/>
        </p:nvSpPr>
        <p:spPr>
          <a:xfrm xmlns:a="http://schemas.openxmlformats.org/drawingml/2006/main">
            <a:off x="4352925" y="2047875"/>
            <a:ext cx="3524250" cy="66675"/>
          </a:xfrm>
          <a:prstGeom xmlns:a="http://schemas.openxmlformats.org/drawingml/2006/main" prst="rect">
            <a:avLst/>
          </a:prstGeom>
          <a:solidFill xmlns:a="http://schemas.openxmlformats.org/drawingml/2006/main">
            <a:srgbClr val="F2BB4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ED7CC9-4F83-4442-BF7A-AC496895A8E0}"/>
              </a:ext>
            </a:extLst>
          </p:cNvPr>
          <p:cNvSpPr>
            <a:spLocks xmlns:a="http://schemas.openxmlformats.org/drawingml/2006/main" noGrp="1"/>
          </p:cNvSpPr>
          <p:nvPr/>
        </p:nvSpPr>
        <p:spPr>
          <a:xfrm xmlns:a="http://schemas.openxmlformats.org/drawingml/2006/main">
            <a:off x="4352925" y="23526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344B"/>
                </a:solidFill>
                <a:latin typeface="DejaVu Sans"/>
                <a:ea typeface="DejaVu Sans"/>
                <a:cs typeface="DejaVu Sans"/>
              </a:defRPr>
            </a:defPPr>
          </a:lstStyle>
          <a:p xmlns:a="http://schemas.openxmlformats.org/drawingml/2006/main">
            <a:pPr>
              <a:defRPr sz="2100" b="1">
                <a:solidFill>
                  <a:srgbClr val="14344B"/>
                </a:solidFill>
                <a:latin typeface="DejaVu Sans"/>
                <a:ea typeface="DejaVu Sans"/>
                <a:cs typeface="DejaVu Sans"/>
              </a:defRPr>
            </a:pPr>
            <a:r>
              <a:rPr sz="2100" b="1">
                <a:solidFill>
                  <a:srgbClr val="14344B"/>
                </a:solidFill>
                <a:latin typeface="DejaVu Sans"/>
                <a:ea typeface="DejaVu Sans"/>
                <a:cs typeface="DejaVu Sans"/>
              </a:rPr>
              <a:t>Avec un modèle</a:t>
            </a:r>
          </a:p>
        </p:txBody>
      </p:sp>
      <p:sp>
        <p:nvSpPr>
          <p:cNvPr id="12" name="">
            <a:extLst xmlns:a="http://schemas.openxmlformats.org/drawingml/2006/main">
              <a:ext uri="{FF2B5EF4-FFF2-40B4-BE49-F238E27FC236}">
                <a16:creationId xmlns:a16="http://schemas.microsoft.com/office/drawing/2014/main" id="{009AADC8-9738-45FC-A48A-62CA426393E3}"/>
              </a:ext>
            </a:extLst>
          </p:cNvPr>
          <p:cNvSpPr>
            <a:spLocks xmlns:a="http://schemas.openxmlformats.org/drawingml/2006/main" noGrp="1"/>
          </p:cNvSpPr>
          <p:nvPr/>
        </p:nvSpPr>
        <p:spPr>
          <a:xfrm xmlns:a="http://schemas.openxmlformats.org/drawingml/2006/main">
            <a:off x="4352925" y="3219450"/>
            <a:ext cx="3524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84D"/>
                </a:solidFill>
                <a:latin typeface="DejaVu Sans"/>
                <a:ea typeface="DejaVu Sans"/>
                <a:cs typeface="DejaVu Sans"/>
              </a:defRPr>
            </a:defPPr>
          </a:lstStyle>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D’abord, je…</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Ensuite, je…</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Puis, je…</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Enfin, je…</a:t>
            </a:r>
          </a:p>
        </p:txBody>
      </p:sp>
      <p:sp>
        <p:nvSpPr>
          <p:cNvPr id="13" name="">
            <a:extLst xmlns:a="http://schemas.openxmlformats.org/drawingml/2006/main">
              <a:ext uri="{FF2B5EF4-FFF2-40B4-BE49-F238E27FC236}">
                <a16:creationId xmlns:a16="http://schemas.microsoft.com/office/drawing/2014/main" id="{01FE12F7-12A7-4BA7-9949-371E65FA68DF}"/>
              </a:ext>
            </a:extLst>
          </p:cNvPr>
          <p:cNvSpPr>
            <a:spLocks xmlns:a="http://schemas.openxmlformats.org/drawingml/2006/main" noGrp="1"/>
          </p:cNvSpPr>
          <p:nvPr/>
        </p:nvSpPr>
        <p:spPr>
          <a:xfrm xmlns:a="http://schemas.openxmlformats.org/drawingml/2006/main">
            <a:off x="8134350" y="2047875"/>
            <a:ext cx="3524250" cy="66675"/>
          </a:xfrm>
          <a:prstGeom xmlns:a="http://schemas.openxmlformats.org/drawingml/2006/main" prst="rect">
            <a:avLst/>
          </a:prstGeom>
          <a:solidFill xmlns:a="http://schemas.openxmlformats.org/drawingml/2006/main">
            <a:srgbClr val="14344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B18C12-D3E0-42DA-8C46-614EF8BEEF34}"/>
              </a:ext>
            </a:extLst>
          </p:cNvPr>
          <p:cNvSpPr>
            <a:spLocks xmlns:a="http://schemas.openxmlformats.org/drawingml/2006/main" noGrp="1"/>
          </p:cNvSpPr>
          <p:nvPr/>
        </p:nvSpPr>
        <p:spPr>
          <a:xfrm xmlns:a="http://schemas.openxmlformats.org/drawingml/2006/main">
            <a:off x="8134350" y="23526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344B"/>
                </a:solidFill>
                <a:latin typeface="DejaVu Sans"/>
                <a:ea typeface="DejaVu Sans"/>
                <a:cs typeface="DejaVu Sans"/>
              </a:defRPr>
            </a:defPPr>
          </a:lstStyle>
          <a:p xmlns:a="http://schemas.openxmlformats.org/drawingml/2006/main">
            <a:pPr>
              <a:defRPr sz="2100" b="1">
                <a:solidFill>
                  <a:srgbClr val="14344B"/>
                </a:solidFill>
                <a:latin typeface="DejaVu Sans"/>
                <a:ea typeface="DejaVu Sans"/>
                <a:cs typeface="DejaVu Sans"/>
              </a:defRPr>
            </a:pPr>
            <a:r>
              <a:rPr sz="2100" b="1">
                <a:solidFill>
                  <a:srgbClr val="14344B"/>
                </a:solidFill>
                <a:latin typeface="DejaVu Sans"/>
                <a:ea typeface="DejaVu Sans"/>
                <a:cs typeface="DejaVu Sans"/>
              </a:rPr>
              <a:t>En autonomie</a:t>
            </a:r>
          </a:p>
        </p:txBody>
      </p:sp>
      <p:sp>
        <p:nvSpPr>
          <p:cNvPr id="15" name="">
            <a:extLst xmlns:a="http://schemas.openxmlformats.org/drawingml/2006/main">
              <a:ext uri="{FF2B5EF4-FFF2-40B4-BE49-F238E27FC236}">
                <a16:creationId xmlns:a16="http://schemas.microsoft.com/office/drawing/2014/main" id="{CDD0E200-8052-4F04-BEBA-22582BDC5816}"/>
              </a:ext>
            </a:extLst>
          </p:cNvPr>
          <p:cNvSpPr>
            <a:spLocks xmlns:a="http://schemas.openxmlformats.org/drawingml/2006/main" noGrp="1"/>
          </p:cNvSpPr>
          <p:nvPr/>
        </p:nvSpPr>
        <p:spPr>
          <a:xfrm xmlns:a="http://schemas.openxmlformats.org/drawingml/2006/main">
            <a:off x="8134350" y="3219450"/>
            <a:ext cx="3524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84D"/>
                </a:solidFill>
                <a:latin typeface="DejaVu Sans"/>
                <a:ea typeface="DejaVu Sans"/>
                <a:cs typeface="DejaVu Sans"/>
              </a:defRPr>
            </a:defPPr>
          </a:lstStyle>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Je raconte 4 actions.</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J’ajoute « le matin »</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ou « le soir ».</a:t>
            </a:r>
          </a:p>
          <a:p xmlns:a="http://schemas.openxmlformats.org/drawingml/2006/main">
            <a:pPr>
              <a:defRPr sz="1950" b="0">
                <a:solidFill>
                  <a:srgbClr val="19384D"/>
                </a:solidFill>
                <a:latin typeface="DejaVu Sans"/>
                <a:ea typeface="DejaVu Sans"/>
                <a:cs typeface="DejaVu Sans"/>
              </a:defRPr>
            </a:pPr>
            <a:r>
              <a:rPr sz="1950" b="0">
                <a:solidFill>
                  <a:srgbClr val="19384D"/>
                </a:solidFill>
                <a:latin typeface="DejaVu Sans"/>
                <a:ea typeface="DejaVu Sans"/>
                <a:cs typeface="DejaVu Sans"/>
              </a:rPr>
              <a:t>Défi : une heure.</a:t>
            </a:r>
          </a:p>
        </p:txBody>
      </p:sp>
    </p:spTree>
    <p:extLst>
      <p:ext uri="{BB962C8B-B14F-4D97-AF65-F5344CB8AC3E}">
        <p14:creationId xmlns:p14="http://schemas.microsoft.com/office/powerpoint/2010/main" val="1940061760"/>
      </p:ext>
    </p:extLst>
  </p:cSld>
</p:sld>
</file>

<file path=ppt/slides/slide1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B95BAE-B08F-4E44-B7CA-A60AD17845A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789641-B96A-4358-8DAA-522CDE6BB1F8}"/>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Ma journée en quatre phrases</a:t>
            </a:r>
          </a:p>
        </p:txBody>
      </p:sp>
      <p:sp>
        <p:nvSpPr>
          <p:cNvPr id="3" name="">
            <a:extLst xmlns:a="http://schemas.openxmlformats.org/drawingml/2006/main">
              <a:ext uri="{FF2B5EF4-FFF2-40B4-BE49-F238E27FC236}">
                <a16:creationId xmlns:a16="http://schemas.microsoft.com/office/drawing/2014/main" id="{BE01F67A-33A7-45B4-8AA5-E4C5ABBB7927}"/>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En binômes : raconte, écoute et change de rôle.</a:t>
            </a:r>
          </a:p>
        </p:txBody>
      </p:sp>
      <p:sp>
        <p:nvSpPr>
          <p:cNvPr id="4" name="">
            <a:extLst xmlns:a="http://schemas.openxmlformats.org/drawingml/2006/main">
              <a:ext uri="{FF2B5EF4-FFF2-40B4-BE49-F238E27FC236}">
                <a16:creationId xmlns:a16="http://schemas.microsoft.com/office/drawing/2014/main" id="{D5E9133D-64E1-401D-BAFC-6D4DD95A8DC9}"/>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AE7EE9-1738-4323-BAED-6A01E31EE6BF}"/>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DFB9429C-3E1A-4C98-9402-6D59CE91DC27}"/>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14 / 18</a:t>
            </a:r>
          </a:p>
        </p:txBody>
      </p:sp>
      <p:sp>
        <p:nvSpPr>
          <p:cNvPr id="7" name="">
            <a:extLst xmlns:a="http://schemas.openxmlformats.org/drawingml/2006/main">
              <a:ext uri="{FF2B5EF4-FFF2-40B4-BE49-F238E27FC236}">
                <a16:creationId xmlns:a16="http://schemas.microsoft.com/office/drawing/2014/main" id="{E2490E9F-5C8A-4DCE-80A9-DBD09558343B}"/>
              </a:ext>
            </a:extLst>
          </p:cNvPr>
          <p:cNvSpPr>
            <a:spLocks xmlns:a="http://schemas.openxmlformats.org/drawingml/2006/main" noGrp="1"/>
          </p:cNvSpPr>
          <p:nvPr/>
        </p:nvSpPr>
        <p:spPr>
          <a:xfrm xmlns:a="http://schemas.openxmlformats.org/drawingml/2006/main">
            <a:off x="762000" y="2076450"/>
            <a:ext cx="5905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E83"/>
                </a:solidFill>
                <a:latin typeface="DejaVu Sans"/>
                <a:ea typeface="DejaVu Sans"/>
                <a:cs typeface="DejaVu Sans"/>
              </a:defRPr>
            </a:defPPr>
          </a:lstStyle>
          <a:p xmlns:a="http://schemas.openxmlformats.org/drawingml/2006/main">
            <a:pPr>
              <a:defRPr sz="3150" b="1">
                <a:solidFill>
                  <a:srgbClr val="087E83"/>
                </a:solidFill>
                <a:latin typeface="DejaVu Sans"/>
                <a:ea typeface="DejaVu Sans"/>
                <a:cs typeface="DejaVu Sans"/>
              </a:defRPr>
            </a:pPr>
            <a:r>
              <a:rPr sz="3150" b="1">
                <a:solidFill>
                  <a:srgbClr val="087E83"/>
                </a:solidFill>
                <a:latin typeface="DejaVu Sans"/>
                <a:ea typeface="DejaVu Sans"/>
                <a:cs typeface="DejaVu Sans"/>
              </a:rPr>
              <a:t>D’abord, je…</a:t>
            </a:r>
          </a:p>
          <a:p xmlns:a="http://schemas.openxmlformats.org/drawingml/2006/main">
            <a:pPr>
              <a:defRPr sz="3150" b="1">
                <a:solidFill>
                  <a:srgbClr val="087E83"/>
                </a:solidFill>
                <a:latin typeface="DejaVu Sans"/>
                <a:ea typeface="DejaVu Sans"/>
                <a:cs typeface="DejaVu Sans"/>
              </a:defRPr>
            </a:pPr>
            <a:r>
              <a:rPr sz="3150" b="1">
                <a:solidFill>
                  <a:srgbClr val="087E83"/>
                </a:solidFill>
                <a:latin typeface="DejaVu Sans"/>
                <a:ea typeface="DejaVu Sans"/>
                <a:cs typeface="DejaVu Sans"/>
              </a:rPr>
              <a:t>Ensuite, je…</a:t>
            </a:r>
          </a:p>
          <a:p xmlns:a="http://schemas.openxmlformats.org/drawingml/2006/main">
            <a:pPr>
              <a:defRPr sz="3150" b="1">
                <a:solidFill>
                  <a:srgbClr val="087E83"/>
                </a:solidFill>
                <a:latin typeface="DejaVu Sans"/>
                <a:ea typeface="DejaVu Sans"/>
                <a:cs typeface="DejaVu Sans"/>
              </a:defRPr>
            </a:pPr>
            <a:r>
              <a:rPr sz="3150" b="1">
                <a:solidFill>
                  <a:srgbClr val="087E83"/>
                </a:solidFill>
                <a:latin typeface="DejaVu Sans"/>
                <a:ea typeface="DejaVu Sans"/>
                <a:cs typeface="DejaVu Sans"/>
              </a:rPr>
              <a:t>Puis, je…</a:t>
            </a:r>
          </a:p>
          <a:p xmlns:a="http://schemas.openxmlformats.org/drawingml/2006/main">
            <a:pPr>
              <a:defRPr sz="3150" b="1">
                <a:solidFill>
                  <a:srgbClr val="087E83"/>
                </a:solidFill>
                <a:latin typeface="DejaVu Sans"/>
                <a:ea typeface="DejaVu Sans"/>
                <a:cs typeface="DejaVu Sans"/>
              </a:defRPr>
            </a:pPr>
            <a:r>
              <a:rPr sz="3150" b="1">
                <a:solidFill>
                  <a:srgbClr val="087E83"/>
                </a:solidFill>
                <a:latin typeface="DejaVu Sans"/>
                <a:ea typeface="DejaVu Sans"/>
                <a:cs typeface="DejaVu Sans"/>
              </a:rPr>
              <a:t>Enfin, je…</a:t>
            </a:r>
          </a:p>
        </p:txBody>
      </p:sp>
      <p:sp>
        <p:nvSpPr>
          <p:cNvPr id="8" name="">
            <a:extLst xmlns:a="http://schemas.openxmlformats.org/drawingml/2006/main">
              <a:ext uri="{FF2B5EF4-FFF2-40B4-BE49-F238E27FC236}">
                <a16:creationId xmlns:a16="http://schemas.microsoft.com/office/drawing/2014/main" id="{2374AD43-426B-41AB-83DB-2002760A4C91}"/>
              </a:ext>
            </a:extLst>
          </p:cNvPr>
          <p:cNvSpPr>
            <a:spLocks xmlns:a="http://schemas.openxmlformats.org/drawingml/2006/main" noGrp="1"/>
          </p:cNvSpPr>
          <p:nvPr/>
        </p:nvSpPr>
        <p:spPr>
          <a:xfrm xmlns:a="http://schemas.openxmlformats.org/drawingml/2006/main">
            <a:off x="7429500" y="2324100"/>
            <a:ext cx="41910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84D"/>
                </a:solidFill>
                <a:latin typeface="DejaVu Sans"/>
                <a:ea typeface="DejaVu Sans"/>
                <a:cs typeface="DejaVu Sans"/>
              </a:defRPr>
            </a:defPPr>
          </a:lstStyle>
          <a:p xmlns:a="http://schemas.openxmlformats.org/drawingml/2006/main">
            <a:pPr>
              <a:defRPr sz="2025" b="0">
                <a:solidFill>
                  <a:srgbClr val="19384D"/>
                </a:solidFill>
                <a:latin typeface="DejaVu Sans"/>
                <a:ea typeface="DejaVu Sans"/>
                <a:cs typeface="DejaVu Sans"/>
              </a:defRPr>
            </a:pPr>
            <a:r>
              <a:rPr sz="2025" b="0">
                <a:solidFill>
                  <a:srgbClr val="19384D"/>
                </a:solidFill>
                <a:latin typeface="DejaVu Sans"/>
                <a:ea typeface="DejaVu Sans"/>
                <a:cs typeface="DejaVu Sans"/>
              </a:rPr>
              <a:t>Mon partenaire écoute :</a:t>
            </a:r>
          </a:p>
          <a:p xmlns:a="http://schemas.openxmlformats.org/drawingml/2006/main">
            <a:r>
              <a:t/>
            </a:r>
          </a:p>
          <a:p xmlns:a="http://schemas.openxmlformats.org/drawingml/2006/main">
            <a:pPr>
              <a:defRPr sz="2025" b="0">
                <a:solidFill>
                  <a:srgbClr val="19384D"/>
                </a:solidFill>
                <a:latin typeface="DejaVu Sans"/>
                <a:ea typeface="DejaVu Sans"/>
                <a:cs typeface="DejaVu Sans"/>
              </a:defRPr>
            </a:pPr>
            <a:r>
              <a:rPr sz="2025" b="0">
                <a:solidFill>
                  <a:srgbClr val="19384D"/>
                </a:solidFill>
                <a:latin typeface="DejaVu Sans"/>
                <a:ea typeface="DejaVu Sans"/>
                <a:cs typeface="DejaVu Sans"/>
              </a:rPr>
              <a:t>□  4 actions différentes</a:t>
            </a:r>
          </a:p>
          <a:p xmlns:a="http://schemas.openxmlformats.org/drawingml/2006/main">
            <a:pPr>
              <a:defRPr sz="2025" b="0">
                <a:solidFill>
                  <a:srgbClr val="19384D"/>
                </a:solidFill>
                <a:latin typeface="DejaVu Sans"/>
                <a:ea typeface="DejaVu Sans"/>
                <a:cs typeface="DejaVu Sans"/>
              </a:defRPr>
            </a:pPr>
            <a:r>
              <a:rPr sz="2025" b="0">
                <a:solidFill>
                  <a:srgbClr val="19384D"/>
                </a:solidFill>
                <a:latin typeface="DejaVu Sans"/>
                <a:ea typeface="DejaVu Sans"/>
                <a:cs typeface="DejaVu Sans"/>
              </a:rPr>
              <a:t>□  Des mots dans l’ordre</a:t>
            </a:r>
          </a:p>
          <a:p xmlns:a="http://schemas.openxmlformats.org/drawingml/2006/main">
            <a:pPr>
              <a:defRPr sz="2025" b="0">
                <a:solidFill>
                  <a:srgbClr val="19384D"/>
                </a:solidFill>
                <a:latin typeface="DejaVu Sans"/>
                <a:ea typeface="DejaVu Sans"/>
                <a:cs typeface="DejaVu Sans"/>
              </a:defRPr>
            </a:pPr>
            <a:r>
              <a:rPr sz="2025" b="0">
                <a:solidFill>
                  <a:srgbClr val="19384D"/>
                </a:solidFill>
                <a:latin typeface="DejaVu Sans"/>
                <a:ea typeface="DejaVu Sans"/>
                <a:cs typeface="DejaVu Sans"/>
              </a:rPr>
              <a:t>□  Une voix compréhensible</a:t>
            </a:r>
          </a:p>
        </p:txBody>
      </p:sp>
    </p:spTree>
    <p:extLst>
      <p:ext uri="{BB962C8B-B14F-4D97-AF65-F5344CB8AC3E}">
        <p14:creationId xmlns:p14="http://schemas.microsoft.com/office/powerpoint/2010/main" val="1470750187"/>
      </p:ext>
    </p:extLst>
  </p:cSld>
</p:sld>
</file>

<file path=ppt/slides/slide1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E87016-DC2E-4A50-A8D9-0113193EF30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E65CE4-1B79-4257-BD38-D2EEC8DB9934}"/>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Évaluation : j’écoute</a:t>
            </a:r>
          </a:p>
        </p:txBody>
      </p:sp>
      <p:sp>
        <p:nvSpPr>
          <p:cNvPr id="3" name="">
            <a:extLst xmlns:a="http://schemas.openxmlformats.org/drawingml/2006/main">
              <a:ext uri="{FF2B5EF4-FFF2-40B4-BE49-F238E27FC236}">
                <a16:creationId xmlns:a16="http://schemas.microsoft.com/office/drawing/2014/main" id="{15EA6BA4-312D-419A-8B31-B248E36406D6}"/>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Individuellement : note la lettre de chaque action entendue.</a:t>
            </a:r>
          </a:p>
        </p:txBody>
      </p:sp>
      <p:sp>
        <p:nvSpPr>
          <p:cNvPr id="4" name="">
            <a:extLst xmlns:a="http://schemas.openxmlformats.org/drawingml/2006/main">
              <a:ext uri="{FF2B5EF4-FFF2-40B4-BE49-F238E27FC236}">
                <a16:creationId xmlns:a16="http://schemas.microsoft.com/office/drawing/2014/main" id="{2176CB38-69A8-41BA-944B-ED0A622F23BE}"/>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8F5A16-98FF-4A9F-A277-EBB7FBBAA61F}"/>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481DC987-A23E-4F45-8F44-0CE55AE3E3FD}"/>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15 / 18</a:t>
            </a:r>
          </a:p>
        </p:txBody>
      </p:sp>
      <p:pic>
        <p:nvPicPr>
          <p:cNvPr id="7" name="">
            <a:extLst xmlns:a="http://schemas.openxmlformats.org/drawingml/2006/main">
              <a:ext uri="{FF2B5EF4-FFF2-40B4-BE49-F238E27FC236}">
                <a16:creationId xmlns:a16="http://schemas.microsoft.com/office/drawing/2014/main" id="{1753396D-4CFC-42A5-9A7D-BD79E8DE409A}"/>
              </a:ext>
            </a:extLst>
          </p:cNvPr>
          <p:cNvPicPr>
            <a:picLocks xmlns:a="http://schemas.openxmlformats.org/drawingml/2006/main" noChangeAspect="1"/>
          </p:cNvPicPr>
          <p:nvPr/>
        </p:nvPicPr>
        <p:blipFill>
          <a:blip xmlns:r="http://schemas.openxmlformats.org/officeDocument/2006/relationships" xmlns:a="http://schemas.openxmlformats.org/drawingml/2006/main" r:embed="Rcc36a7b135694f38"/>
          <a:srcRect xmlns:a="http://schemas.openxmlformats.org/drawingml/2006/main" l="16606" t="0" r="16606" b="0"/>
          <a:stretch xmlns:a="http://schemas.openxmlformats.org/drawingml/2006/main">
            <a:fillRect l="0" t="0" r="0" b="0"/>
          </a:stretch>
        </p:blipFill>
        <p:spPr>
          <a:xfrm xmlns:a="http://schemas.openxmlformats.org/drawingml/2006/main">
            <a:off x="571500" y="1981200"/>
            <a:ext cx="3524250" cy="26384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242BFB3-7F85-4761-A7B7-1651E87180CB}"/>
              </a:ext>
            </a:extLst>
          </p:cNvPr>
          <p:cNvSpPr>
            <a:spLocks xmlns:a="http://schemas.openxmlformats.org/drawingml/2006/main" noGrp="1"/>
          </p:cNvSpPr>
          <p:nvPr/>
        </p:nvSpPr>
        <p:spPr>
          <a:xfrm xmlns:a="http://schemas.openxmlformats.org/drawingml/2006/main">
            <a:off x="571500" y="48101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3"/>
                </a:solidFill>
                <a:latin typeface="DejaVu Sans"/>
                <a:ea typeface="DejaVu Sans"/>
                <a:cs typeface="DejaVu Sans"/>
              </a:defRPr>
            </a:defPPr>
          </a:lstStyle>
          <a:p xmlns:a="http://schemas.openxmlformats.org/drawingml/2006/main">
            <a:pPr>
              <a:defRPr sz="2700" b="1">
                <a:solidFill>
                  <a:srgbClr val="087E83"/>
                </a:solidFill>
                <a:latin typeface="DejaVu Sans"/>
                <a:ea typeface="DejaVu Sans"/>
                <a:cs typeface="DejaVu Sans"/>
              </a:defRPr>
            </a:pPr>
            <a:r>
              <a:rPr sz="2700" b="1">
                <a:solidFill>
                  <a:srgbClr val="087E83"/>
                </a:solidFill>
                <a:latin typeface="DejaVu Sans"/>
                <a:ea typeface="DejaVu Sans"/>
                <a:cs typeface="DejaVu Sans"/>
              </a:rPr>
              <a:t>A</a:t>
            </a:r>
          </a:p>
        </p:txBody>
      </p:sp>
      <p:pic>
        <p:nvPicPr>
          <p:cNvPr id="9" name="">
            <a:extLst xmlns:a="http://schemas.openxmlformats.org/drawingml/2006/main">
              <a:ext uri="{FF2B5EF4-FFF2-40B4-BE49-F238E27FC236}">
                <a16:creationId xmlns:a16="http://schemas.microsoft.com/office/drawing/2014/main" id="{AB7F736A-1142-4B1D-AC0C-8CDC0A59D294}"/>
              </a:ext>
            </a:extLst>
          </p:cNvPr>
          <p:cNvPicPr>
            <a:picLocks xmlns:a="http://schemas.openxmlformats.org/drawingml/2006/main" noChangeAspect="1"/>
          </p:cNvPicPr>
          <p:nvPr/>
        </p:nvPicPr>
        <p:blipFill>
          <a:blip xmlns:r="http://schemas.openxmlformats.org/officeDocument/2006/relationships" xmlns:a="http://schemas.openxmlformats.org/drawingml/2006/main" r:embed="R5bd4c8361c764446"/>
          <a:srcRect xmlns:a="http://schemas.openxmlformats.org/drawingml/2006/main" l="16606" t="0" r="16606" b="0"/>
          <a:stretch xmlns:a="http://schemas.openxmlformats.org/drawingml/2006/main">
            <a:fillRect l="0" t="0" r="0" b="0"/>
          </a:stretch>
        </p:blipFill>
        <p:spPr>
          <a:xfrm xmlns:a="http://schemas.openxmlformats.org/drawingml/2006/main">
            <a:off x="4333875" y="1981200"/>
            <a:ext cx="3524250" cy="26384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D1AF5C4-5E96-4071-A71E-1DC2C8A2E3A6}"/>
              </a:ext>
            </a:extLst>
          </p:cNvPr>
          <p:cNvSpPr>
            <a:spLocks xmlns:a="http://schemas.openxmlformats.org/drawingml/2006/main" noGrp="1"/>
          </p:cNvSpPr>
          <p:nvPr/>
        </p:nvSpPr>
        <p:spPr>
          <a:xfrm xmlns:a="http://schemas.openxmlformats.org/drawingml/2006/main">
            <a:off x="4333875" y="48101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3"/>
                </a:solidFill>
                <a:latin typeface="DejaVu Sans"/>
                <a:ea typeface="DejaVu Sans"/>
                <a:cs typeface="DejaVu Sans"/>
              </a:defRPr>
            </a:defPPr>
          </a:lstStyle>
          <a:p xmlns:a="http://schemas.openxmlformats.org/drawingml/2006/main">
            <a:pPr>
              <a:defRPr sz="2700" b="1">
                <a:solidFill>
                  <a:srgbClr val="087E83"/>
                </a:solidFill>
                <a:latin typeface="DejaVu Sans"/>
                <a:ea typeface="DejaVu Sans"/>
                <a:cs typeface="DejaVu Sans"/>
              </a:defRPr>
            </a:pPr>
            <a:r>
              <a:rPr sz="2700" b="1">
                <a:solidFill>
                  <a:srgbClr val="087E83"/>
                </a:solidFill>
                <a:latin typeface="DejaVu Sans"/>
                <a:ea typeface="DejaVu Sans"/>
                <a:cs typeface="DejaVu Sans"/>
              </a:rPr>
              <a:t>B</a:t>
            </a:r>
          </a:p>
        </p:txBody>
      </p:sp>
      <p:pic>
        <p:nvPicPr>
          <p:cNvPr id="11" name="">
            <a:extLst xmlns:a="http://schemas.openxmlformats.org/drawingml/2006/main">
              <a:ext uri="{FF2B5EF4-FFF2-40B4-BE49-F238E27FC236}">
                <a16:creationId xmlns:a16="http://schemas.microsoft.com/office/drawing/2014/main" id="{6056F6A8-6BA8-4B88-B446-84E6CD831D4A}"/>
              </a:ext>
            </a:extLst>
          </p:cNvPr>
          <p:cNvPicPr>
            <a:picLocks xmlns:a="http://schemas.openxmlformats.org/drawingml/2006/main" noChangeAspect="1"/>
          </p:cNvPicPr>
          <p:nvPr/>
        </p:nvPicPr>
        <p:blipFill>
          <a:blip xmlns:r="http://schemas.openxmlformats.org/officeDocument/2006/relationships" xmlns:a="http://schemas.openxmlformats.org/drawingml/2006/main" r:embed="R258e135fda9648c6"/>
          <a:srcRect xmlns:a="http://schemas.openxmlformats.org/drawingml/2006/main" l="16606" t="0" r="16606" b="0"/>
          <a:stretch xmlns:a="http://schemas.openxmlformats.org/drawingml/2006/main">
            <a:fillRect l="0" t="0" r="0" b="0"/>
          </a:stretch>
        </p:blipFill>
        <p:spPr>
          <a:xfrm xmlns:a="http://schemas.openxmlformats.org/drawingml/2006/main">
            <a:off x="8096250" y="1981200"/>
            <a:ext cx="3524250" cy="26384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C490302-3399-4BE2-BFB9-92D35B3CB878}"/>
              </a:ext>
            </a:extLst>
          </p:cNvPr>
          <p:cNvSpPr>
            <a:spLocks xmlns:a="http://schemas.openxmlformats.org/drawingml/2006/main" noGrp="1"/>
          </p:cNvSpPr>
          <p:nvPr/>
        </p:nvSpPr>
        <p:spPr>
          <a:xfrm xmlns:a="http://schemas.openxmlformats.org/drawingml/2006/main">
            <a:off x="8096250" y="48101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3"/>
                </a:solidFill>
                <a:latin typeface="DejaVu Sans"/>
                <a:ea typeface="DejaVu Sans"/>
                <a:cs typeface="DejaVu Sans"/>
              </a:defRPr>
            </a:defPPr>
          </a:lstStyle>
          <a:p xmlns:a="http://schemas.openxmlformats.org/drawingml/2006/main">
            <a:pPr>
              <a:defRPr sz="2700" b="1">
                <a:solidFill>
                  <a:srgbClr val="087E83"/>
                </a:solidFill>
                <a:latin typeface="DejaVu Sans"/>
                <a:ea typeface="DejaVu Sans"/>
                <a:cs typeface="DejaVu Sans"/>
              </a:defRPr>
            </a:pPr>
            <a:r>
              <a:rPr sz="2700" b="1">
                <a:solidFill>
                  <a:srgbClr val="087E83"/>
                </a:solidFill>
                <a:latin typeface="DejaVu Sans"/>
                <a:ea typeface="DejaVu Sans"/>
                <a:cs typeface="DejaVu Sans"/>
              </a:rPr>
              <a:t>C</a:t>
            </a:r>
          </a:p>
        </p:txBody>
      </p:sp>
      <p:sp>
        <p:nvSpPr>
          <p:cNvPr id="13" name="">
            <a:extLst xmlns:a="http://schemas.openxmlformats.org/drawingml/2006/main">
              <a:ext uri="{FF2B5EF4-FFF2-40B4-BE49-F238E27FC236}">
                <a16:creationId xmlns:a16="http://schemas.microsoft.com/office/drawing/2014/main" id="{82DCA3BC-81FC-4CAF-B6AF-96FCFDC57136}"/>
              </a:ext>
            </a:extLst>
          </p:cNvPr>
          <p:cNvSpPr>
            <a:spLocks xmlns:a="http://schemas.openxmlformats.org/drawingml/2006/main" noGrp="1"/>
          </p:cNvSpPr>
          <p:nvPr/>
        </p:nvSpPr>
        <p:spPr>
          <a:xfrm xmlns:a="http://schemas.openxmlformats.org/drawingml/2006/main">
            <a:off x="571500" y="55626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9384D"/>
                </a:solidFill>
                <a:latin typeface="DejaVu Sans"/>
                <a:ea typeface="DejaVu Sans"/>
                <a:cs typeface="DejaVu Sans"/>
              </a:defRPr>
            </a:defPPr>
          </a:lstStyle>
          <a:p xmlns:a="http://schemas.openxmlformats.org/drawingml/2006/main">
            <a:pPr>
              <a:defRPr sz="2475" b="0">
                <a:solidFill>
                  <a:srgbClr val="19384D"/>
                </a:solidFill>
                <a:latin typeface="DejaVu Sans"/>
                <a:ea typeface="DejaVu Sans"/>
                <a:cs typeface="DejaVu Sans"/>
              </a:defRPr>
            </a:pPr>
            <a:r>
              <a:rPr sz="2475" b="0">
                <a:solidFill>
                  <a:srgbClr val="19384D"/>
                </a:solidFill>
                <a:latin typeface="DejaVu Sans"/>
                <a:ea typeface="DejaVu Sans"/>
                <a:cs typeface="DejaVu Sans"/>
              </a:rPr>
              <a:t>1 : ____              2 : ____              3 : ____</a:t>
            </a:r>
          </a:p>
        </p:txBody>
      </p:sp>
    </p:spTree>
    <p:extLst>
      <p:ext uri="{BB962C8B-B14F-4D97-AF65-F5344CB8AC3E}">
        <p14:creationId xmlns:p14="http://schemas.microsoft.com/office/powerpoint/2010/main" val="1774928538"/>
      </p:ext>
    </p:extLst>
  </p:cSld>
</p:sld>
</file>

<file path=ppt/slides/slide1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3AA62A-5838-4638-B0E2-4CDC11A2374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777CBD-05FB-472C-ACD0-4192E1D0CC09}"/>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Évaluation : je comprends</a:t>
            </a:r>
          </a:p>
        </p:txBody>
      </p:sp>
      <p:sp>
        <p:nvSpPr>
          <p:cNvPr id="3" name="">
            <a:extLst xmlns:a="http://schemas.openxmlformats.org/drawingml/2006/main">
              <a:ext uri="{FF2B5EF4-FFF2-40B4-BE49-F238E27FC236}">
                <a16:creationId xmlns:a16="http://schemas.microsoft.com/office/drawing/2014/main" id="{CE35983B-7DD0-4F0A-A3DC-AA23D529693A}"/>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Individuellement : lis et écris Vrai ou Faux.</a:t>
            </a:r>
          </a:p>
        </p:txBody>
      </p:sp>
      <p:sp>
        <p:nvSpPr>
          <p:cNvPr id="4" name="">
            <a:extLst xmlns:a="http://schemas.openxmlformats.org/drawingml/2006/main">
              <a:ext uri="{FF2B5EF4-FFF2-40B4-BE49-F238E27FC236}">
                <a16:creationId xmlns:a16="http://schemas.microsoft.com/office/drawing/2014/main" id="{0116A3C8-0EC1-4380-A044-C8D07539E77D}"/>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C2EC49-381E-41BF-97CC-7705E86E2CF6}"/>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C4FA53A0-F8E5-4F46-AE3A-1268BB84AC35}"/>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16 / 18</a:t>
            </a:r>
          </a:p>
        </p:txBody>
      </p:sp>
      <p:sp>
        <p:nvSpPr>
          <p:cNvPr id="7" name="">
            <a:extLst xmlns:a="http://schemas.openxmlformats.org/drawingml/2006/main">
              <a:ext uri="{FF2B5EF4-FFF2-40B4-BE49-F238E27FC236}">
                <a16:creationId xmlns:a16="http://schemas.microsoft.com/office/drawing/2014/main" id="{EE8B2639-F884-493A-92F5-7D658BE48EF7}"/>
              </a:ext>
            </a:extLst>
          </p:cNvPr>
          <p:cNvSpPr>
            <a:spLocks xmlns:a="http://schemas.openxmlformats.org/drawingml/2006/main" noGrp="1"/>
          </p:cNvSpPr>
          <p:nvPr/>
        </p:nvSpPr>
        <p:spPr>
          <a:xfrm xmlns:a="http://schemas.openxmlformats.org/drawingml/2006/main">
            <a:off x="619125" y="2028825"/>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384D"/>
                </a:solidFill>
                <a:latin typeface="DejaVu Sans"/>
                <a:ea typeface="DejaVu Sans"/>
                <a:cs typeface="DejaVu Sans"/>
              </a:defRPr>
            </a:defPPr>
          </a:lstStyle>
          <a:p xmlns:a="http://schemas.openxmlformats.org/drawingml/2006/main">
            <a:pPr>
              <a:defRPr sz="2250" b="0">
                <a:solidFill>
                  <a:srgbClr val="19384D"/>
                </a:solidFill>
                <a:latin typeface="DejaVu Sans"/>
                <a:ea typeface="DejaVu Sans"/>
                <a:cs typeface="DejaVu Sans"/>
              </a:defRPr>
            </a:pPr>
            <a:r>
              <a:rPr sz="2250" b="0">
                <a:solidFill>
                  <a:srgbClr val="19384D"/>
                </a:solidFill>
                <a:latin typeface="DejaVu Sans"/>
                <a:ea typeface="DejaVu Sans"/>
                <a:cs typeface="DejaVu Sans"/>
              </a:rPr>
              <a:t>Le matin, je prends mon petit-déjeuner.</a:t>
            </a:r>
          </a:p>
          <a:p xmlns:a="http://schemas.openxmlformats.org/drawingml/2006/main">
            <a:pPr>
              <a:defRPr sz="2250" b="0">
                <a:solidFill>
                  <a:srgbClr val="19384D"/>
                </a:solidFill>
                <a:latin typeface="DejaVu Sans"/>
                <a:ea typeface="DejaVu Sans"/>
                <a:cs typeface="DejaVu Sans"/>
              </a:defRPr>
            </a:pPr>
            <a:r>
              <a:rPr sz="2250" b="0">
                <a:solidFill>
                  <a:srgbClr val="19384D"/>
                </a:solidFill>
                <a:latin typeface="DejaVu Sans"/>
                <a:ea typeface="DejaVu Sans"/>
                <a:cs typeface="DejaVu Sans"/>
              </a:rPr>
              <a:t>Puis, je vais à l’école.</a:t>
            </a:r>
          </a:p>
          <a:p xmlns:a="http://schemas.openxmlformats.org/drawingml/2006/main">
            <a:pPr>
              <a:defRPr sz="2250" b="0">
                <a:solidFill>
                  <a:srgbClr val="19384D"/>
                </a:solidFill>
                <a:latin typeface="DejaVu Sans"/>
                <a:ea typeface="DejaVu Sans"/>
                <a:cs typeface="DejaVu Sans"/>
              </a:defRPr>
            </a:pPr>
            <a:r>
              <a:rPr sz="2250" b="0">
                <a:solidFill>
                  <a:srgbClr val="19384D"/>
                </a:solidFill>
                <a:latin typeface="DejaVu Sans"/>
                <a:ea typeface="DejaVu Sans"/>
                <a:cs typeface="DejaVu Sans"/>
              </a:rPr>
              <a:t>Après l’école, je fais mes devoirs.</a:t>
            </a:r>
          </a:p>
          <a:p xmlns:a="http://schemas.openxmlformats.org/drawingml/2006/main">
            <a:pPr>
              <a:defRPr sz="2250" b="0">
                <a:solidFill>
                  <a:srgbClr val="19384D"/>
                </a:solidFill>
                <a:latin typeface="DejaVu Sans"/>
                <a:ea typeface="DejaVu Sans"/>
                <a:cs typeface="DejaVu Sans"/>
              </a:defRPr>
            </a:pPr>
            <a:r>
              <a:rPr sz="2250" b="0">
                <a:solidFill>
                  <a:srgbClr val="19384D"/>
                </a:solidFill>
                <a:latin typeface="DejaVu Sans"/>
                <a:ea typeface="DejaVu Sans"/>
                <a:cs typeface="DejaVu Sans"/>
              </a:rPr>
              <a:t>Le soir, je lis. Enfin, je me couche.</a:t>
            </a:r>
          </a:p>
        </p:txBody>
      </p:sp>
      <p:sp>
        <p:nvSpPr>
          <p:cNvPr id="8" name="">
            <a:extLst xmlns:a="http://schemas.openxmlformats.org/drawingml/2006/main">
              <a:ext uri="{FF2B5EF4-FFF2-40B4-BE49-F238E27FC236}">
                <a16:creationId xmlns:a16="http://schemas.microsoft.com/office/drawing/2014/main" id="{AC69A825-D237-423B-98D8-B5F9164C8060}"/>
              </a:ext>
            </a:extLst>
          </p:cNvPr>
          <p:cNvSpPr>
            <a:spLocks xmlns:a="http://schemas.openxmlformats.org/drawingml/2006/main" noGrp="1"/>
          </p:cNvSpPr>
          <p:nvPr/>
        </p:nvSpPr>
        <p:spPr>
          <a:xfrm xmlns:a="http://schemas.openxmlformats.org/drawingml/2006/main">
            <a:off x="619125" y="4238625"/>
            <a:ext cx="10906125"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EB31A7D-3FDF-4AC7-9FC8-30BFF3C92831}"/>
              </a:ext>
            </a:extLst>
          </p:cNvPr>
          <p:cNvSpPr>
            <a:spLocks xmlns:a="http://schemas.openxmlformats.org/drawingml/2006/main" noGrp="1"/>
          </p:cNvSpPr>
          <p:nvPr/>
        </p:nvSpPr>
        <p:spPr>
          <a:xfrm xmlns:a="http://schemas.openxmlformats.org/drawingml/2006/main">
            <a:off x="619125" y="4543425"/>
            <a:ext cx="10763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84D"/>
                </a:solidFill>
                <a:latin typeface="DejaVu Sans"/>
                <a:ea typeface="DejaVu Sans"/>
                <a:cs typeface="DejaVu Sans"/>
              </a:defRPr>
            </a:defPPr>
          </a:lstStyle>
          <a:p xmlns:a="http://schemas.openxmlformats.org/drawingml/2006/main">
            <a:pPr>
              <a:defRPr sz="2175" b="0">
                <a:solidFill>
                  <a:srgbClr val="19384D"/>
                </a:solidFill>
                <a:latin typeface="DejaVu Sans"/>
                <a:ea typeface="DejaVu Sans"/>
                <a:cs typeface="DejaVu Sans"/>
              </a:defRPr>
            </a:pPr>
            <a:r>
              <a:rPr sz="2175" b="0">
                <a:solidFill>
                  <a:srgbClr val="19384D"/>
                </a:solidFill>
                <a:latin typeface="DejaVu Sans"/>
                <a:ea typeface="DejaVu Sans"/>
                <a:cs typeface="DejaVu Sans"/>
              </a:rPr>
              <a:t>1  Je vais à l’école le soir.                  ______</a:t>
            </a:r>
          </a:p>
          <a:p xmlns:a="http://schemas.openxmlformats.org/drawingml/2006/main">
            <a:pPr>
              <a:defRPr sz="2175" b="0">
                <a:solidFill>
                  <a:srgbClr val="19384D"/>
                </a:solidFill>
                <a:latin typeface="DejaVu Sans"/>
                <a:ea typeface="DejaVu Sans"/>
                <a:cs typeface="DejaVu Sans"/>
              </a:defRPr>
            </a:pPr>
            <a:r>
              <a:rPr sz="2175" b="0">
                <a:solidFill>
                  <a:srgbClr val="19384D"/>
                </a:solidFill>
                <a:latin typeface="DejaVu Sans"/>
                <a:ea typeface="DejaVu Sans"/>
                <a:cs typeface="DejaVu Sans"/>
              </a:rPr>
              <a:t>2  Je fais mes devoirs après l’école.    ______</a:t>
            </a:r>
          </a:p>
          <a:p xmlns:a="http://schemas.openxmlformats.org/drawingml/2006/main">
            <a:pPr>
              <a:defRPr sz="2175" b="0">
                <a:solidFill>
                  <a:srgbClr val="19384D"/>
                </a:solidFill>
                <a:latin typeface="DejaVu Sans"/>
                <a:ea typeface="DejaVu Sans"/>
                <a:cs typeface="DejaVu Sans"/>
              </a:defRPr>
            </a:pPr>
            <a:r>
              <a:rPr sz="2175" b="0">
                <a:solidFill>
                  <a:srgbClr val="19384D"/>
                </a:solidFill>
                <a:latin typeface="DejaVu Sans"/>
                <a:ea typeface="DejaVu Sans"/>
                <a:cs typeface="DejaVu Sans"/>
              </a:rPr>
              <a:t>3  Je lis le matin.                               ______</a:t>
            </a:r>
          </a:p>
        </p:txBody>
      </p:sp>
    </p:spTree>
    <p:extLst>
      <p:ext uri="{BB962C8B-B14F-4D97-AF65-F5344CB8AC3E}">
        <p14:creationId xmlns:p14="http://schemas.microsoft.com/office/powerpoint/2010/main" val="1643432923"/>
      </p:ext>
    </p:extLst>
  </p:cSld>
</p:sld>
</file>

<file path=ppt/slides/slide1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1CA464-14D6-476C-AF8C-AFC95E04BC7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266493-D2CB-401A-9E0C-E50F56D21452}"/>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Évaluation : j’écris et je parle</a:t>
            </a:r>
          </a:p>
        </p:txBody>
      </p:sp>
      <p:sp>
        <p:nvSpPr>
          <p:cNvPr id="3" name="">
            <a:extLst xmlns:a="http://schemas.openxmlformats.org/drawingml/2006/main">
              <a:ext uri="{FF2B5EF4-FFF2-40B4-BE49-F238E27FC236}">
                <a16:creationId xmlns:a16="http://schemas.microsoft.com/office/drawing/2014/main" id="{F33CCB58-ADAB-4089-9FA3-2B270CF56387}"/>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Individuellement : écris trois phrases. Puis raconte quatre actions.</a:t>
            </a:r>
          </a:p>
        </p:txBody>
      </p:sp>
      <p:sp>
        <p:nvSpPr>
          <p:cNvPr id="4" name="">
            <a:extLst xmlns:a="http://schemas.openxmlformats.org/drawingml/2006/main">
              <a:ext uri="{FF2B5EF4-FFF2-40B4-BE49-F238E27FC236}">
                <a16:creationId xmlns:a16="http://schemas.microsoft.com/office/drawing/2014/main" id="{461E5766-3659-4F38-B576-28343EBA7FE8}"/>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1DD80B-6575-485A-8CEB-66125D63CDAC}"/>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AC3B5B14-C20E-4BF0-9792-E6108B670018}"/>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17 / 18</a:t>
            </a:r>
          </a:p>
        </p:txBody>
      </p:sp>
      <p:sp>
        <p:nvSpPr>
          <p:cNvPr id="7" name="">
            <a:extLst xmlns:a="http://schemas.openxmlformats.org/drawingml/2006/main">
              <a:ext uri="{FF2B5EF4-FFF2-40B4-BE49-F238E27FC236}">
                <a16:creationId xmlns:a16="http://schemas.microsoft.com/office/drawing/2014/main" id="{CA3CFBFD-48BC-49C2-8A6D-C5F3F15371FA}"/>
              </a:ext>
            </a:extLst>
          </p:cNvPr>
          <p:cNvSpPr>
            <a:spLocks xmlns:a="http://schemas.openxmlformats.org/drawingml/2006/main" noGrp="1"/>
          </p:cNvSpPr>
          <p:nvPr/>
        </p:nvSpPr>
        <p:spPr>
          <a:xfrm xmlns:a="http://schemas.openxmlformats.org/drawingml/2006/main">
            <a:off x="619125" y="2085975"/>
            <a:ext cx="109061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9384D"/>
                </a:solidFill>
                <a:latin typeface="DejaVu Sans"/>
                <a:ea typeface="DejaVu Sans"/>
                <a:cs typeface="DejaVu Sans"/>
              </a:defRPr>
            </a:defPPr>
          </a:lstStyle>
          <a:p xmlns:a="http://schemas.openxmlformats.org/drawingml/2006/main">
            <a:pPr>
              <a:defRPr sz="2475" b="0">
                <a:solidFill>
                  <a:srgbClr val="19384D"/>
                </a:solidFill>
                <a:latin typeface="DejaVu Sans"/>
                <a:ea typeface="DejaVu Sans"/>
                <a:cs typeface="DejaVu Sans"/>
              </a:defRPr>
            </a:pPr>
            <a:r>
              <a:rPr sz="2475" b="0">
                <a:solidFill>
                  <a:srgbClr val="19384D"/>
                </a:solidFill>
                <a:latin typeface="DejaVu Sans"/>
                <a:ea typeface="DejaVu Sans"/>
                <a:cs typeface="DejaVu Sans"/>
              </a:rPr>
              <a:t>Le matin, __________________________.</a:t>
            </a:r>
          </a:p>
          <a:p xmlns:a="http://schemas.openxmlformats.org/drawingml/2006/main">
            <a:r>
              <a:t/>
            </a:r>
          </a:p>
          <a:p xmlns:a="http://schemas.openxmlformats.org/drawingml/2006/main">
            <a:pPr>
              <a:defRPr sz="2475" b="0">
                <a:solidFill>
                  <a:srgbClr val="19384D"/>
                </a:solidFill>
                <a:latin typeface="DejaVu Sans"/>
                <a:ea typeface="DejaVu Sans"/>
                <a:cs typeface="DejaVu Sans"/>
              </a:defRPr>
            </a:pPr>
            <a:r>
              <a:rPr sz="2475" b="0">
                <a:solidFill>
                  <a:srgbClr val="19384D"/>
                </a:solidFill>
                <a:latin typeface="DejaVu Sans"/>
                <a:ea typeface="DejaVu Sans"/>
                <a:cs typeface="DejaVu Sans"/>
              </a:rPr>
              <a:t>Après l’école, ______________________.</a:t>
            </a:r>
          </a:p>
          <a:p xmlns:a="http://schemas.openxmlformats.org/drawingml/2006/main">
            <a:r>
              <a:t/>
            </a:r>
          </a:p>
          <a:p xmlns:a="http://schemas.openxmlformats.org/drawingml/2006/main">
            <a:pPr>
              <a:defRPr sz="2475" b="0">
                <a:solidFill>
                  <a:srgbClr val="19384D"/>
                </a:solidFill>
                <a:latin typeface="DejaVu Sans"/>
                <a:ea typeface="DejaVu Sans"/>
                <a:cs typeface="DejaVu Sans"/>
              </a:defRPr>
            </a:pPr>
            <a:r>
              <a:rPr sz="2475" b="0">
                <a:solidFill>
                  <a:srgbClr val="19384D"/>
                </a:solidFill>
                <a:latin typeface="DejaVu Sans"/>
                <a:ea typeface="DejaVu Sans"/>
                <a:cs typeface="DejaVu Sans"/>
              </a:rPr>
              <a:t>Le soir, ____________________________.</a:t>
            </a:r>
          </a:p>
        </p:txBody>
      </p:sp>
      <p:sp>
        <p:nvSpPr>
          <p:cNvPr id="8" name="">
            <a:extLst xmlns:a="http://schemas.openxmlformats.org/drawingml/2006/main">
              <a:ext uri="{FF2B5EF4-FFF2-40B4-BE49-F238E27FC236}">
                <a16:creationId xmlns:a16="http://schemas.microsoft.com/office/drawing/2014/main" id="{CB540F00-2C6C-40FA-85D3-B9951E0A53F6}"/>
              </a:ext>
            </a:extLst>
          </p:cNvPr>
          <p:cNvSpPr>
            <a:spLocks xmlns:a="http://schemas.openxmlformats.org/drawingml/2006/main" noGrp="1"/>
          </p:cNvSpPr>
          <p:nvPr/>
        </p:nvSpPr>
        <p:spPr>
          <a:xfrm xmlns:a="http://schemas.openxmlformats.org/drawingml/2006/main">
            <a:off x="619125" y="54006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E83"/>
                </a:solidFill>
                <a:latin typeface="DejaVu Sans"/>
                <a:ea typeface="DejaVu Sans"/>
                <a:cs typeface="DejaVu Sans"/>
              </a:defRPr>
            </a:defPPr>
          </a:lstStyle>
          <a:p xmlns:a="http://schemas.openxmlformats.org/drawingml/2006/main">
            <a:pPr>
              <a:defRPr sz="2175" b="1">
                <a:solidFill>
                  <a:srgbClr val="087E83"/>
                </a:solidFill>
                <a:latin typeface="DejaVu Sans"/>
                <a:ea typeface="DejaVu Sans"/>
                <a:cs typeface="DejaVu Sans"/>
              </a:defRPr>
            </a:pPr>
            <a:r>
              <a:rPr sz="2175" b="1">
                <a:solidFill>
                  <a:srgbClr val="087E83"/>
                </a:solidFill>
                <a:latin typeface="DejaVu Sans"/>
                <a:ea typeface="DejaVu Sans"/>
                <a:cs typeface="DejaVu Sans"/>
              </a:rPr>
              <a:t>À l’oral : quatre actions avec « d’abord », « ensuite »…</a:t>
            </a:r>
          </a:p>
        </p:txBody>
      </p:sp>
    </p:spTree>
    <p:extLst>
      <p:ext uri="{BB962C8B-B14F-4D97-AF65-F5344CB8AC3E}">
        <p14:creationId xmlns:p14="http://schemas.microsoft.com/office/powerpoint/2010/main" val="2143436648"/>
      </p:ext>
    </p:extLst>
  </p:cSld>
</p:sld>
</file>

<file path=ppt/slides/slide1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8B83B0-E173-4EB7-A7CE-F531D3EA638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EA9A3C-F513-4506-B95C-A327359E0F1D}"/>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344B"/>
                </a:solidFill>
                <a:latin typeface="DejaVu Sans"/>
                <a:ea typeface="DejaVu Sans"/>
                <a:cs typeface="DejaVu Sans"/>
              </a:defRPr>
            </a:defPPr>
          </a:lstStyle>
          <a:p xmlns:a="http://schemas.openxmlformats.org/drawingml/2006/main">
            <a:pPr>
              <a:defRPr sz="3150" b="1">
                <a:solidFill>
                  <a:srgbClr val="14344B"/>
                </a:solidFill>
                <a:latin typeface="DejaVu Sans"/>
                <a:ea typeface="DejaVu Sans"/>
                <a:cs typeface="DejaVu Sans"/>
              </a:defRPr>
            </a:pPr>
            <a:r>
              <a:rPr sz="3150" b="1">
                <a:solidFill>
                  <a:srgbClr val="14344B"/>
                </a:solidFill>
                <a:latin typeface="DejaVu Sans"/>
                <a:ea typeface="DejaVu Sans"/>
                <a:cs typeface="DejaVu Sans"/>
              </a:rPr>
              <a:t>Mes progrès</a:t>
            </a:r>
          </a:p>
        </p:txBody>
      </p:sp>
      <p:sp>
        <p:nvSpPr>
          <p:cNvPr id="3" name="">
            <a:extLst xmlns:a="http://schemas.openxmlformats.org/drawingml/2006/main">
              <a:ext uri="{FF2B5EF4-FFF2-40B4-BE49-F238E27FC236}">
                <a16:creationId xmlns:a16="http://schemas.microsoft.com/office/drawing/2014/main" id="{882568D2-B588-48A4-A836-8747C80B3A1C}"/>
              </a:ext>
            </a:extLst>
          </p:cNvPr>
          <p:cNvSpPr>
            <a:spLocks xmlns:a="http://schemas.openxmlformats.org/drawingml/2006/main" noGrp="1"/>
          </p:cNvSpPr>
          <p:nvPr/>
        </p:nvSpPr>
        <p:spPr>
          <a:xfrm xmlns:a="http://schemas.openxmlformats.org/drawingml/2006/main">
            <a:off x="571500" y="113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707C"/>
                </a:solidFill>
                <a:latin typeface="DejaVu Sans"/>
                <a:ea typeface="DejaVu Sans"/>
                <a:cs typeface="DejaVu Sans"/>
              </a:defRPr>
            </a:defPPr>
          </a:lstStyle>
          <a:p xmlns:a="http://schemas.openxmlformats.org/drawingml/2006/main">
            <a:pPr>
              <a:defRPr sz="1725" b="0">
                <a:solidFill>
                  <a:srgbClr val="58707C"/>
                </a:solidFill>
                <a:latin typeface="DejaVu Sans"/>
                <a:ea typeface="DejaVu Sans"/>
                <a:cs typeface="DejaVu Sans"/>
              </a:defRPr>
            </a:pPr>
            <a:r>
              <a:rPr sz="1725" b="0">
                <a:solidFill>
                  <a:srgbClr val="58707C"/>
                </a:solidFill>
                <a:latin typeface="DejaVu Sans"/>
                <a:ea typeface="DejaVu Sans"/>
                <a:cs typeface="DejaVu Sans"/>
              </a:rPr>
              <a:t>Classe entière : montre ce que tu peux faire.</a:t>
            </a:r>
          </a:p>
        </p:txBody>
      </p:sp>
      <p:sp>
        <p:nvSpPr>
          <p:cNvPr id="4" name="">
            <a:extLst xmlns:a="http://schemas.openxmlformats.org/drawingml/2006/main">
              <a:ext uri="{FF2B5EF4-FFF2-40B4-BE49-F238E27FC236}">
                <a16:creationId xmlns:a16="http://schemas.microsoft.com/office/drawing/2014/main" id="{9B939C6E-ACEA-43ED-A592-530A15155E1C}"/>
              </a:ext>
            </a:extLst>
          </p:cNvPr>
          <p:cNvSpPr>
            <a:spLocks xmlns:a="http://schemas.openxmlformats.org/drawingml/2006/main" noGrp="1"/>
          </p:cNvSpPr>
          <p:nvPr/>
        </p:nvSpPr>
        <p:spPr>
          <a:xfrm xmlns:a="http://schemas.openxmlformats.org/drawingml/2006/main">
            <a:off x="571500" y="6267450"/>
            <a:ext cx="11049000" cy="19050"/>
          </a:xfrm>
          <a:prstGeom xmlns:a="http://schemas.openxmlformats.org/drawingml/2006/main" prst="rect">
            <a:avLst/>
          </a:prstGeom>
          <a:solidFill xmlns:a="http://schemas.openxmlformats.org/drawingml/2006/main">
            <a:srgbClr val="D7DE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581BE6-1137-4EE7-BFA5-1AA9A970049A}"/>
              </a:ext>
            </a:extLst>
          </p:cNvPr>
          <p:cNvSpPr>
            <a:spLocks xmlns:a="http://schemas.openxmlformats.org/drawingml/2006/main" noGrp="1"/>
          </p:cNvSpPr>
          <p:nvPr/>
        </p:nvSpPr>
        <p:spPr>
          <a:xfrm xmlns:a="http://schemas.openxmlformats.org/drawingml/2006/main">
            <a:off x="571500" y="6448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707C"/>
                </a:solidFill>
                <a:latin typeface="DejaVu Sans"/>
                <a:ea typeface="DejaVu Sans"/>
                <a:cs typeface="DejaVu Sans"/>
              </a:defRPr>
            </a:defPPr>
          </a:lstStyle>
          <a:p xmlns:a="http://schemas.openxmlformats.org/drawingml/2006/main">
            <a:pPr>
              <a:defRPr sz="1050" b="0">
                <a:solidFill>
                  <a:srgbClr val="58707C"/>
                </a:solidFill>
                <a:latin typeface="DejaVu Sans"/>
                <a:ea typeface="DejaVu Sans"/>
                <a:cs typeface="DejaVu Sans"/>
              </a:defRPr>
            </a:pPr>
            <a:r>
              <a:rPr sz="1050" b="0">
                <a:solidFill>
                  <a:srgbClr val="58707C"/>
                </a:solidFill>
                <a:latin typeface="DejaVu Sans"/>
                <a:ea typeface="DejaVu Sans"/>
                <a:cs typeface="DejaVu Sans"/>
              </a:rPr>
              <a:t>Junior BOOTO Waba  ·  FLE A1  ·  Grade 4</a:t>
            </a:r>
          </a:p>
        </p:txBody>
      </p:sp>
      <p:sp>
        <p:nvSpPr>
          <p:cNvPr id="6" name="">
            <a:extLst xmlns:a="http://schemas.openxmlformats.org/drawingml/2006/main">
              <a:ext uri="{FF2B5EF4-FFF2-40B4-BE49-F238E27FC236}">
                <a16:creationId xmlns:a16="http://schemas.microsoft.com/office/drawing/2014/main" id="{6E8AB952-BFF7-42BB-AC1E-12CE0595D521}"/>
              </a:ext>
            </a:extLst>
          </p:cNvPr>
          <p:cNvSpPr>
            <a:spLocks xmlns:a="http://schemas.openxmlformats.org/drawingml/2006/main" noGrp="1"/>
          </p:cNvSpPr>
          <p:nvPr/>
        </p:nvSpPr>
        <p:spPr>
          <a:xfrm xmlns:a="http://schemas.openxmlformats.org/drawingml/2006/main">
            <a:off x="10668000" y="64293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83"/>
                </a:solidFill>
                <a:latin typeface="DejaVu Sans"/>
                <a:ea typeface="DejaVu Sans"/>
                <a:cs typeface="DejaVu Sans"/>
              </a:defRPr>
            </a:defPPr>
          </a:lstStyle>
          <a:p xmlns:a="http://schemas.openxmlformats.org/drawingml/2006/main">
            <a:pPr>
              <a:defRPr sz="1125" b="1">
                <a:solidFill>
                  <a:srgbClr val="087E83"/>
                </a:solidFill>
                <a:latin typeface="DejaVu Sans"/>
                <a:ea typeface="DejaVu Sans"/>
                <a:cs typeface="DejaVu Sans"/>
              </a:defRPr>
            </a:pPr>
            <a:r>
              <a:rPr sz="1125" b="1">
                <a:solidFill>
                  <a:srgbClr val="087E83"/>
                </a:solidFill>
                <a:latin typeface="DejaVu Sans"/>
                <a:ea typeface="DejaVu Sans"/>
                <a:cs typeface="DejaVu Sans"/>
              </a:rPr>
              <a:t>18 / 18</a:t>
            </a:r>
          </a:p>
        </p:txBody>
      </p:sp>
      <p:sp>
        <p:nvSpPr>
          <p:cNvPr id="7" name="">
            <a:extLst xmlns:a="http://schemas.openxmlformats.org/drawingml/2006/main">
              <a:ext uri="{FF2B5EF4-FFF2-40B4-BE49-F238E27FC236}">
                <a16:creationId xmlns:a16="http://schemas.microsoft.com/office/drawing/2014/main" id="{EABFEEB6-703B-4E96-B217-57FE5B63D8C8}"/>
              </a:ext>
            </a:extLst>
          </p:cNvPr>
          <p:cNvSpPr>
            <a:spLocks xmlns:a="http://schemas.openxmlformats.org/drawingml/2006/main" noGrp="1"/>
          </p:cNvSpPr>
          <p:nvPr/>
        </p:nvSpPr>
        <p:spPr>
          <a:xfrm xmlns:a="http://schemas.openxmlformats.org/drawingml/2006/main">
            <a:off x="666750" y="2133600"/>
            <a:ext cx="1076325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384D"/>
                </a:solidFill>
                <a:latin typeface="DejaVu Sans"/>
                <a:ea typeface="DejaVu Sans"/>
                <a:cs typeface="DejaVu Sans"/>
              </a:defRPr>
            </a:defPPr>
          </a:lstStyle>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  Je peux reconnaître les actions à l’écoute.</a:t>
            </a:r>
          </a:p>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  Je peux comprendre un petit texte.</a:t>
            </a:r>
          </a:p>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  Je peux écrire trois phrases.</a:t>
            </a:r>
          </a:p>
          <a:p xmlns:a="http://schemas.openxmlformats.org/drawingml/2006/main">
            <a:pPr>
              <a:defRPr sz="2325" b="0">
                <a:solidFill>
                  <a:srgbClr val="19384D"/>
                </a:solidFill>
                <a:latin typeface="DejaVu Sans"/>
                <a:ea typeface="DejaVu Sans"/>
                <a:cs typeface="DejaVu Sans"/>
              </a:defRPr>
            </a:pPr>
            <a:r>
              <a:rPr sz="2325" b="0">
                <a:solidFill>
                  <a:srgbClr val="19384D"/>
                </a:solidFill>
                <a:latin typeface="DejaVu Sans"/>
                <a:ea typeface="DejaVu Sans"/>
                <a:cs typeface="DejaVu Sans"/>
              </a:rPr>
              <a:t>□  Je peux raconter ma routine dans l’ordre.</a:t>
            </a:r>
          </a:p>
        </p:txBody>
      </p:sp>
      <p:sp>
        <p:nvSpPr>
          <p:cNvPr id="8" name="">
            <a:extLst xmlns:a="http://schemas.openxmlformats.org/drawingml/2006/main">
              <a:ext uri="{FF2B5EF4-FFF2-40B4-BE49-F238E27FC236}">
                <a16:creationId xmlns:a16="http://schemas.microsoft.com/office/drawing/2014/main" id="{3C435D09-0786-4E19-9DD9-79A957B11E87}"/>
              </a:ext>
            </a:extLst>
          </p:cNvPr>
          <p:cNvSpPr>
            <a:spLocks xmlns:a="http://schemas.openxmlformats.org/drawingml/2006/main" noGrp="1"/>
          </p:cNvSpPr>
          <p:nvPr/>
        </p:nvSpPr>
        <p:spPr>
          <a:xfrm xmlns:a="http://schemas.openxmlformats.org/drawingml/2006/main">
            <a:off x="666750" y="53149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3"/>
                </a:solidFill>
                <a:latin typeface="DejaVu Sans"/>
                <a:ea typeface="DejaVu Sans"/>
                <a:cs typeface="DejaVu Sans"/>
              </a:defRPr>
            </a:defPPr>
          </a:lstStyle>
          <a:p xmlns:a="http://schemas.openxmlformats.org/drawingml/2006/main">
            <a:pPr>
              <a:defRPr sz="2250" b="1">
                <a:solidFill>
                  <a:srgbClr val="087E83"/>
                </a:solidFill>
                <a:latin typeface="DejaVu Sans"/>
                <a:ea typeface="DejaVu Sans"/>
                <a:cs typeface="DejaVu Sans"/>
              </a:defRPr>
            </a:pPr>
            <a:r>
              <a:rPr sz="2250" b="1">
                <a:solidFill>
                  <a:srgbClr val="087E83"/>
                </a:solidFill>
                <a:latin typeface="DejaVu Sans"/>
                <a:ea typeface="DejaVu Sans"/>
                <a:cs typeface="DejaVu Sans"/>
              </a:rPr>
              <a:t>Mon prochain défi : ______________________</a:t>
            </a:r>
          </a:p>
        </p:txBody>
      </p:sp>
    </p:spTree>
    <p:extLst>
      <p:ext uri="{BB962C8B-B14F-4D97-AF65-F5344CB8AC3E}">
        <p14:creationId xmlns:p14="http://schemas.microsoft.com/office/powerpoint/2010/main" val="1123125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2026-10-08T18:14:11.9610000Z</dcterms:created>
  <dcterms:modified xsi:type="dcterms:W3CDTF">2026-10-08T18:14:11.9610000Z</dcterms:modified>
</coreProperties>
</file>